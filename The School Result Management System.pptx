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3"/>
  </p:notesMasterIdLst>
  <p:sldIdLst>
    <p:sldId id="272" r:id="rId2"/>
    <p:sldId id="273" r:id="rId3"/>
    <p:sldId id="274" r:id="rId4"/>
    <p:sldId id="281" r:id="rId5"/>
    <p:sldId id="282" r:id="rId6"/>
    <p:sldId id="277" r:id="rId7"/>
    <p:sldId id="278" r:id="rId8"/>
    <p:sldId id="284" r:id="rId9"/>
    <p:sldId id="279" r:id="rId10"/>
    <p:sldId id="283" r:id="rId11"/>
    <p:sldId id="28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3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799B23B-EC83-4686-B30A-512413B5E67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jpg"/><Relationship Id="rId4" Type="http://schemas.openxmlformats.org/officeDocument/2006/relationships/image" Target="../media/image7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jpg"/><Relationship Id="rId4" Type="http://schemas.openxmlformats.org/officeDocument/2006/relationships/image" Target="../media/image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2D0D08-1B2A-40D9-A292-CFDAF31D9270}" type="doc">
      <dgm:prSet loTypeId="urn:microsoft.com/office/officeart/2005/8/layout/p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8A3D814-4356-4312-821F-77466DAC6A5A}">
      <dgm:prSet phldrT="[Text]" custT="1"/>
      <dgm:spPr/>
      <dgm:t>
        <a:bodyPr/>
        <a:lstStyle/>
        <a:p>
          <a:r>
            <a:rPr lang="en-IN" sz="2000" b="1" dirty="0">
              <a:solidFill>
                <a:srgbClr val="132238"/>
              </a:solidFill>
              <a:latin typeface="Aptos"/>
              <a:ea typeface="Aptos"/>
              <a:cs typeface="Aptos"/>
            </a:rPr>
            <a:t>Python</a:t>
          </a:r>
          <a:r>
            <a:rPr lang="en-IN" sz="1600" b="0" dirty="0">
              <a:solidFill>
                <a:srgbClr val="132238"/>
              </a:solidFill>
              <a:latin typeface="Aptos"/>
              <a:ea typeface="Aptos"/>
              <a:cs typeface="Aptos"/>
            </a:rPr>
            <a:t>: main programming language</a:t>
          </a:r>
          <a:endParaRPr lang="en-IN" sz="1600" dirty="0"/>
        </a:p>
      </dgm:t>
    </dgm:pt>
    <dgm:pt modelId="{5247B67F-3ED6-4F52-B496-22C1E78390AD}" type="parTrans" cxnId="{3364CF37-AB7A-4974-A9CD-2111AE4891A6}">
      <dgm:prSet/>
      <dgm:spPr/>
      <dgm:t>
        <a:bodyPr/>
        <a:lstStyle/>
        <a:p>
          <a:endParaRPr lang="en-IN"/>
        </a:p>
      </dgm:t>
    </dgm:pt>
    <dgm:pt modelId="{E12F2368-185D-4C44-B276-89713F4935C5}" type="sibTrans" cxnId="{3364CF37-AB7A-4974-A9CD-2111AE4891A6}">
      <dgm:prSet/>
      <dgm:spPr/>
      <dgm:t>
        <a:bodyPr/>
        <a:lstStyle/>
        <a:p>
          <a:endParaRPr lang="en-IN"/>
        </a:p>
      </dgm:t>
    </dgm:pt>
    <dgm:pt modelId="{78ED0A86-B5E2-461F-AF89-4488668A915E}">
      <dgm:prSet phldrT="[Text]" custT="1"/>
      <dgm:spPr/>
      <dgm:t>
        <a:bodyPr/>
        <a:lstStyle/>
        <a:p>
          <a:r>
            <a:rPr lang="en-US" sz="1800" b="1" dirty="0">
              <a:solidFill>
                <a:srgbClr val="132238"/>
              </a:solidFill>
              <a:latin typeface="Aptos"/>
              <a:ea typeface="Aptos"/>
              <a:cs typeface="Aptos"/>
            </a:rPr>
            <a:t>SQLite</a:t>
          </a:r>
          <a:r>
            <a:rPr lang="en-US" sz="1600" b="0" dirty="0">
              <a:solidFill>
                <a:srgbClr val="132238"/>
              </a:solidFill>
              <a:latin typeface="Aptos"/>
              <a:ea typeface="Aptos"/>
              <a:cs typeface="Aptos"/>
            </a:rPr>
            <a:t>: used to store students, courses, users, and result records.</a:t>
          </a:r>
          <a:endParaRPr lang="en-IN" sz="1600" dirty="0"/>
        </a:p>
      </dgm:t>
    </dgm:pt>
    <dgm:pt modelId="{9F35D16E-B408-4531-8296-E17689F1E7EC}" type="parTrans" cxnId="{F2DBF42E-2B9C-47FE-B5F0-FD3C64BB4D23}">
      <dgm:prSet/>
      <dgm:spPr/>
      <dgm:t>
        <a:bodyPr/>
        <a:lstStyle/>
        <a:p>
          <a:endParaRPr lang="en-IN"/>
        </a:p>
      </dgm:t>
    </dgm:pt>
    <dgm:pt modelId="{8D8ABA8F-6E64-46FF-BF1A-085763351F03}" type="sibTrans" cxnId="{F2DBF42E-2B9C-47FE-B5F0-FD3C64BB4D23}">
      <dgm:prSet/>
      <dgm:spPr/>
      <dgm:t>
        <a:bodyPr/>
        <a:lstStyle/>
        <a:p>
          <a:endParaRPr lang="en-IN"/>
        </a:p>
      </dgm:t>
    </dgm:pt>
    <dgm:pt modelId="{C9BA8C21-2B03-448D-8BFD-22CD5C58C39B}">
      <dgm:prSet phldrT="[Text]" custT="1"/>
      <dgm:spPr/>
      <dgm:t>
        <a:bodyPr/>
        <a:lstStyle/>
        <a:p>
          <a:r>
            <a:rPr lang="en-US" sz="1800" b="1" dirty="0">
              <a:latin typeface="Aptos"/>
              <a:ea typeface="Aptos"/>
              <a:cs typeface="Aptos"/>
            </a:rPr>
            <a:t>FPDF</a:t>
          </a:r>
          <a:r>
            <a:rPr lang="en-US" sz="1600" b="0" dirty="0">
              <a:latin typeface="Aptos"/>
              <a:ea typeface="Aptos"/>
              <a:cs typeface="Aptos"/>
            </a:rPr>
            <a:t>: used to generate student marksheet PDF files</a:t>
          </a:r>
          <a:endParaRPr lang="en-IN" sz="1600" dirty="0"/>
        </a:p>
      </dgm:t>
    </dgm:pt>
    <dgm:pt modelId="{50653E64-1784-4B01-9541-E5F9EBD3D6F4}" type="parTrans" cxnId="{69D5B8A7-13AF-4881-858A-411299662608}">
      <dgm:prSet/>
      <dgm:spPr/>
      <dgm:t>
        <a:bodyPr/>
        <a:lstStyle/>
        <a:p>
          <a:endParaRPr lang="en-IN"/>
        </a:p>
      </dgm:t>
    </dgm:pt>
    <dgm:pt modelId="{0A4BCCA5-C593-46BC-91AC-59A2B938D980}" type="sibTrans" cxnId="{69D5B8A7-13AF-4881-858A-411299662608}">
      <dgm:prSet/>
      <dgm:spPr/>
      <dgm:t>
        <a:bodyPr/>
        <a:lstStyle/>
        <a:p>
          <a:endParaRPr lang="en-IN"/>
        </a:p>
      </dgm:t>
    </dgm:pt>
    <dgm:pt modelId="{84E1CE69-3A7E-4E70-8FDE-92946B1F5F6C}">
      <dgm:prSet phldrT="[Text]" custT="1"/>
      <dgm:spPr/>
      <dgm:t>
        <a:bodyPr/>
        <a:lstStyle/>
        <a:p>
          <a:r>
            <a:rPr lang="en-US" sz="1800" b="1" dirty="0" err="1">
              <a:solidFill>
                <a:schemeClr val="tx1">
                  <a:lumMod val="95000"/>
                  <a:lumOff val="5000"/>
                </a:schemeClr>
              </a:solidFill>
              <a:latin typeface="Aptos"/>
              <a:ea typeface="Aptos"/>
              <a:cs typeface="Aptos"/>
            </a:rPr>
            <a:t>Tkinter</a:t>
          </a:r>
          <a:r>
            <a:rPr lang="en-US" sz="1000" b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  <a:ea typeface="Aptos"/>
              <a:cs typeface="Aptos"/>
            </a:rPr>
            <a:t> </a:t>
          </a:r>
          <a:r>
            <a:rPr lang="en-US" sz="1000" b="0" dirty="0">
              <a:solidFill>
                <a:srgbClr val="132238"/>
              </a:solidFill>
              <a:latin typeface="Aptos"/>
              <a:ea typeface="Aptos"/>
              <a:cs typeface="Aptos"/>
            </a:rPr>
            <a:t>  </a:t>
          </a:r>
          <a:r>
            <a:rPr lang="en-US" sz="1600" b="0" dirty="0">
              <a:solidFill>
                <a:srgbClr val="132238"/>
              </a:solidFill>
              <a:latin typeface="Aptos"/>
              <a:ea typeface="Aptos"/>
              <a:cs typeface="Aptos"/>
            </a:rPr>
            <a:t>: used to build the desktop graphical user interface</a:t>
          </a:r>
          <a:r>
            <a:rPr lang="en-US" sz="1000" b="0" dirty="0">
              <a:solidFill>
                <a:srgbClr val="132238"/>
              </a:solidFill>
              <a:latin typeface="Aptos"/>
              <a:ea typeface="Aptos"/>
              <a:cs typeface="Aptos"/>
            </a:rPr>
            <a:t>.</a:t>
          </a:r>
          <a:endParaRPr lang="en-IN" sz="1000" dirty="0"/>
        </a:p>
      </dgm:t>
    </dgm:pt>
    <dgm:pt modelId="{0818045F-5225-4FAB-89A1-440D2352336C}" type="parTrans" cxnId="{AB2C053D-957C-4BFC-84F3-F1B78802BB81}">
      <dgm:prSet/>
      <dgm:spPr/>
      <dgm:t>
        <a:bodyPr/>
        <a:lstStyle/>
        <a:p>
          <a:endParaRPr lang="en-IN"/>
        </a:p>
      </dgm:t>
    </dgm:pt>
    <dgm:pt modelId="{75687DB1-A9CC-48C3-8986-A56D7B615716}" type="sibTrans" cxnId="{AB2C053D-957C-4BFC-84F3-F1B78802BB81}">
      <dgm:prSet/>
      <dgm:spPr/>
      <dgm:t>
        <a:bodyPr/>
        <a:lstStyle/>
        <a:p>
          <a:endParaRPr lang="en-IN"/>
        </a:p>
      </dgm:t>
    </dgm:pt>
    <dgm:pt modelId="{A2DFAF4B-9B23-4E36-952D-DF30EC2D6B8F}" type="pres">
      <dgm:prSet presAssocID="{A02D0D08-1B2A-40D9-A292-CFDAF31D9270}" presName="Name0" presStyleCnt="0">
        <dgm:presLayoutVars>
          <dgm:dir/>
          <dgm:resizeHandles val="exact"/>
        </dgm:presLayoutVars>
      </dgm:prSet>
      <dgm:spPr/>
    </dgm:pt>
    <dgm:pt modelId="{AFC5B403-3E48-4CDA-8881-12E173466DBC}" type="pres">
      <dgm:prSet presAssocID="{C8A3D814-4356-4312-821F-77466DAC6A5A}" presName="compNode" presStyleCnt="0"/>
      <dgm:spPr/>
    </dgm:pt>
    <dgm:pt modelId="{889095D4-9C2E-4017-94FD-EE18D952092A}" type="pres">
      <dgm:prSet presAssocID="{C8A3D814-4356-4312-821F-77466DAC6A5A}" presName="pictRect" presStyleLbl="node1" presStyleIdx="0" presStyleCnt="4" custLinFactNeighborX="398" custLinFactNeighborY="-71521"/>
      <dgm:spPr>
        <a:blipFill>
          <a:blip xmlns:r="http://schemas.openxmlformats.org/officeDocument/2006/relationships" r:embed="rId1"/>
          <a:srcRect/>
          <a:stretch>
            <a:fillRect l="-22000" r="-22000"/>
          </a:stretch>
        </a:blipFill>
      </dgm:spPr>
    </dgm:pt>
    <dgm:pt modelId="{40EEACAB-2B3A-48C1-BC08-F955A601B41B}" type="pres">
      <dgm:prSet presAssocID="{C8A3D814-4356-4312-821F-77466DAC6A5A}" presName="textRect" presStyleLbl="revTx" presStyleIdx="0" presStyleCnt="4" custLinFactY="-25314" custLinFactNeighborX="5166" custLinFactNeighborY="-100000">
        <dgm:presLayoutVars>
          <dgm:bulletEnabled val="1"/>
        </dgm:presLayoutVars>
      </dgm:prSet>
      <dgm:spPr/>
    </dgm:pt>
    <dgm:pt modelId="{75FFE34C-B9E0-44E5-9FCA-45283F2193D4}" type="pres">
      <dgm:prSet presAssocID="{E12F2368-185D-4C44-B276-89713F4935C5}" presName="sibTrans" presStyleLbl="sibTrans2D1" presStyleIdx="0" presStyleCnt="0"/>
      <dgm:spPr/>
    </dgm:pt>
    <dgm:pt modelId="{99B83957-7BDC-425E-94BD-1C39E714DFEE}" type="pres">
      <dgm:prSet presAssocID="{78ED0A86-B5E2-461F-AF89-4488668A915E}" presName="compNode" presStyleCnt="0"/>
      <dgm:spPr/>
    </dgm:pt>
    <dgm:pt modelId="{A0AD00F4-77CE-4AF1-B462-EF7E5D12D445}" type="pres">
      <dgm:prSet presAssocID="{78ED0A86-B5E2-461F-AF89-4488668A915E}" presName="pictRect" presStyleLbl="node1" presStyleIdx="1" presStyleCnt="4" custScaleX="134507" custScaleY="90029" custLinFactNeighborX="30721" custLinFactNeighborY="-69149"/>
      <dgm:spPr>
        <a:blipFill>
          <a:blip xmlns:r="http://schemas.openxmlformats.org/officeDocument/2006/relationships" r:embed="rId2"/>
          <a:srcRect/>
          <a:stretch>
            <a:fillRect l="-16000" r="-16000"/>
          </a:stretch>
        </a:blipFill>
      </dgm:spPr>
    </dgm:pt>
    <dgm:pt modelId="{E0210EF6-2273-4B67-A59B-0A8E8FC16876}" type="pres">
      <dgm:prSet presAssocID="{78ED0A86-B5E2-461F-AF89-4488668A915E}" presName="textRect" presStyleLbl="revTx" presStyleIdx="1" presStyleCnt="4" custScaleY="58816" custLinFactX="81315" custLinFactY="-17420" custLinFactNeighborX="100000" custLinFactNeighborY="-100000">
        <dgm:presLayoutVars>
          <dgm:bulletEnabled val="1"/>
        </dgm:presLayoutVars>
      </dgm:prSet>
      <dgm:spPr/>
    </dgm:pt>
    <dgm:pt modelId="{C8C81E77-272E-4B55-BD3B-7D28EFAE0DC2}" type="pres">
      <dgm:prSet presAssocID="{8D8ABA8F-6E64-46FF-BF1A-085763351F03}" presName="sibTrans" presStyleLbl="sibTrans2D1" presStyleIdx="0" presStyleCnt="0"/>
      <dgm:spPr/>
    </dgm:pt>
    <dgm:pt modelId="{689A4368-09C7-4EDB-BFE5-5287C074549B}" type="pres">
      <dgm:prSet presAssocID="{C9BA8C21-2B03-448D-8BFD-22CD5C58C39B}" presName="compNode" presStyleCnt="0"/>
      <dgm:spPr/>
    </dgm:pt>
    <dgm:pt modelId="{3F0C3AE9-9AC8-438B-92E3-C75FCA1F50EB}" type="pres">
      <dgm:prSet presAssocID="{C9BA8C21-2B03-448D-8BFD-22CD5C58C39B}" presName="pictRect" presStyleLbl="node1" presStyleIdx="2" presStyleCnt="4" custLinFactNeighborX="44287" custLinFactNeighborY="-55373"/>
      <dgm:spPr>
        <a:blipFill>
          <a:blip xmlns:r="http://schemas.openxmlformats.org/officeDocument/2006/relationships" r:embed="rId3"/>
          <a:srcRect/>
          <a:stretch>
            <a:fillRect t="-22000" b="-22000"/>
          </a:stretch>
        </a:blipFill>
      </dgm:spPr>
    </dgm:pt>
    <dgm:pt modelId="{94F12C88-B5D2-47D2-AC13-21EF444C6408}" type="pres">
      <dgm:prSet presAssocID="{C9BA8C21-2B03-448D-8BFD-22CD5C58C39B}" presName="textRect" presStyleLbl="revTx" presStyleIdx="2" presStyleCnt="4" custScaleY="61494" custLinFactY="16875" custLinFactNeighborX="-81079" custLinFactNeighborY="100000">
        <dgm:presLayoutVars>
          <dgm:bulletEnabled val="1"/>
        </dgm:presLayoutVars>
      </dgm:prSet>
      <dgm:spPr/>
    </dgm:pt>
    <dgm:pt modelId="{4605055D-D387-459A-A8FA-0A0E89F28C0F}" type="pres">
      <dgm:prSet presAssocID="{0A4BCCA5-C593-46BC-91AC-59A2B938D980}" presName="sibTrans" presStyleLbl="sibTrans2D1" presStyleIdx="0" presStyleCnt="0"/>
      <dgm:spPr/>
    </dgm:pt>
    <dgm:pt modelId="{54100E47-1E1C-4366-86E9-40AB50F7FD36}" type="pres">
      <dgm:prSet presAssocID="{84E1CE69-3A7E-4E70-8FDE-92946B1F5F6C}" presName="compNode" presStyleCnt="0"/>
      <dgm:spPr/>
    </dgm:pt>
    <dgm:pt modelId="{9CEC33A9-90C7-4B13-BFFC-6854DFD023B6}" type="pres">
      <dgm:prSet presAssocID="{84E1CE69-3A7E-4E70-8FDE-92946B1F5F6C}" presName="pictRect" presStyleLbl="node1" presStyleIdx="3" presStyleCnt="4" custLinFactX="-117973" custLinFactY="19085" custLinFactNeighborX="-200000" custLinFactNeighborY="100000"/>
      <dgm:spPr>
        <a:blipFill>
          <a:blip xmlns:r="http://schemas.openxmlformats.org/officeDocument/2006/relationships" r:embed="rId4"/>
          <a:srcRect/>
          <a:stretch>
            <a:fillRect t="-23000" b="-23000"/>
          </a:stretch>
        </a:blipFill>
      </dgm:spPr>
    </dgm:pt>
    <dgm:pt modelId="{44F0529D-A52A-4ED2-BB2F-0C0B3FF7C128}" type="pres">
      <dgm:prSet presAssocID="{84E1CE69-3A7E-4E70-8FDE-92946B1F5F6C}" presName="textRect" presStyleLbl="revTx" presStyleIdx="3" presStyleCnt="4" custLinFactX="-82219" custLinFactY="-2836" custLinFactNeighborX="-100000" custLinFactNeighborY="-100000">
        <dgm:presLayoutVars>
          <dgm:bulletEnabled val="1"/>
        </dgm:presLayoutVars>
      </dgm:prSet>
      <dgm:spPr/>
    </dgm:pt>
  </dgm:ptLst>
  <dgm:cxnLst>
    <dgm:cxn modelId="{FEBB130A-14B4-468D-8115-4A0BF8FB5FE2}" type="presOf" srcId="{0A4BCCA5-C593-46BC-91AC-59A2B938D980}" destId="{4605055D-D387-459A-A8FA-0A0E89F28C0F}" srcOrd="0" destOrd="0" presId="urn:microsoft.com/office/officeart/2005/8/layout/pList1"/>
    <dgm:cxn modelId="{95B5321D-580A-4E19-AEB3-A6F7943E75C9}" type="presOf" srcId="{E12F2368-185D-4C44-B276-89713F4935C5}" destId="{75FFE34C-B9E0-44E5-9FCA-45283F2193D4}" srcOrd="0" destOrd="0" presId="urn:microsoft.com/office/officeart/2005/8/layout/pList1"/>
    <dgm:cxn modelId="{F2DBF42E-2B9C-47FE-B5F0-FD3C64BB4D23}" srcId="{A02D0D08-1B2A-40D9-A292-CFDAF31D9270}" destId="{78ED0A86-B5E2-461F-AF89-4488668A915E}" srcOrd="1" destOrd="0" parTransId="{9F35D16E-B408-4531-8296-E17689F1E7EC}" sibTransId="{8D8ABA8F-6E64-46FF-BF1A-085763351F03}"/>
    <dgm:cxn modelId="{B920C32F-6E05-40A2-9969-D1A291FB773B}" type="presOf" srcId="{84E1CE69-3A7E-4E70-8FDE-92946B1F5F6C}" destId="{44F0529D-A52A-4ED2-BB2F-0C0B3FF7C128}" srcOrd="0" destOrd="0" presId="urn:microsoft.com/office/officeart/2005/8/layout/pList1"/>
    <dgm:cxn modelId="{3364CF37-AB7A-4974-A9CD-2111AE4891A6}" srcId="{A02D0D08-1B2A-40D9-A292-CFDAF31D9270}" destId="{C8A3D814-4356-4312-821F-77466DAC6A5A}" srcOrd="0" destOrd="0" parTransId="{5247B67F-3ED6-4F52-B496-22C1E78390AD}" sibTransId="{E12F2368-185D-4C44-B276-89713F4935C5}"/>
    <dgm:cxn modelId="{AB2C053D-957C-4BFC-84F3-F1B78802BB81}" srcId="{A02D0D08-1B2A-40D9-A292-CFDAF31D9270}" destId="{84E1CE69-3A7E-4E70-8FDE-92946B1F5F6C}" srcOrd="3" destOrd="0" parTransId="{0818045F-5225-4FAB-89A1-440D2352336C}" sibTransId="{75687DB1-A9CC-48C3-8986-A56D7B615716}"/>
    <dgm:cxn modelId="{E69B714C-A8CC-4234-A352-7846BC1524C2}" type="presOf" srcId="{C8A3D814-4356-4312-821F-77466DAC6A5A}" destId="{40EEACAB-2B3A-48C1-BC08-F955A601B41B}" srcOrd="0" destOrd="0" presId="urn:microsoft.com/office/officeart/2005/8/layout/pList1"/>
    <dgm:cxn modelId="{BA7DAF54-1739-4816-97D1-5BDA50FF9A57}" type="presOf" srcId="{C9BA8C21-2B03-448D-8BFD-22CD5C58C39B}" destId="{94F12C88-B5D2-47D2-AC13-21EF444C6408}" srcOrd="0" destOrd="0" presId="urn:microsoft.com/office/officeart/2005/8/layout/pList1"/>
    <dgm:cxn modelId="{69D5B8A7-13AF-4881-858A-411299662608}" srcId="{A02D0D08-1B2A-40D9-A292-CFDAF31D9270}" destId="{C9BA8C21-2B03-448D-8BFD-22CD5C58C39B}" srcOrd="2" destOrd="0" parTransId="{50653E64-1784-4B01-9541-E5F9EBD3D6F4}" sibTransId="{0A4BCCA5-C593-46BC-91AC-59A2B938D980}"/>
    <dgm:cxn modelId="{AEA42DBB-6E08-4E18-B6E6-0CDDDD131F1B}" type="presOf" srcId="{A02D0D08-1B2A-40D9-A292-CFDAF31D9270}" destId="{A2DFAF4B-9B23-4E36-952D-DF30EC2D6B8F}" srcOrd="0" destOrd="0" presId="urn:microsoft.com/office/officeart/2005/8/layout/pList1"/>
    <dgm:cxn modelId="{3BA4C9BD-1751-4E0B-99FF-D0D365CAC8D9}" type="presOf" srcId="{8D8ABA8F-6E64-46FF-BF1A-085763351F03}" destId="{C8C81E77-272E-4B55-BD3B-7D28EFAE0DC2}" srcOrd="0" destOrd="0" presId="urn:microsoft.com/office/officeart/2005/8/layout/pList1"/>
    <dgm:cxn modelId="{17B58AF3-4FAC-41C5-BC42-0B8DDFD24038}" type="presOf" srcId="{78ED0A86-B5E2-461F-AF89-4488668A915E}" destId="{E0210EF6-2273-4B67-A59B-0A8E8FC16876}" srcOrd="0" destOrd="0" presId="urn:microsoft.com/office/officeart/2005/8/layout/pList1"/>
    <dgm:cxn modelId="{C0E859EC-0C61-4B82-A4CB-049CF4AFB143}" type="presParOf" srcId="{A2DFAF4B-9B23-4E36-952D-DF30EC2D6B8F}" destId="{AFC5B403-3E48-4CDA-8881-12E173466DBC}" srcOrd="0" destOrd="0" presId="urn:microsoft.com/office/officeart/2005/8/layout/pList1"/>
    <dgm:cxn modelId="{E275F528-FC87-4EC7-B882-853C89DF3E44}" type="presParOf" srcId="{AFC5B403-3E48-4CDA-8881-12E173466DBC}" destId="{889095D4-9C2E-4017-94FD-EE18D952092A}" srcOrd="0" destOrd="0" presId="urn:microsoft.com/office/officeart/2005/8/layout/pList1"/>
    <dgm:cxn modelId="{D387D0D5-FE46-47A8-A3C6-CD12F56B6F62}" type="presParOf" srcId="{AFC5B403-3E48-4CDA-8881-12E173466DBC}" destId="{40EEACAB-2B3A-48C1-BC08-F955A601B41B}" srcOrd="1" destOrd="0" presId="urn:microsoft.com/office/officeart/2005/8/layout/pList1"/>
    <dgm:cxn modelId="{282CB840-030A-41A5-ABF9-636A7EE21C97}" type="presParOf" srcId="{A2DFAF4B-9B23-4E36-952D-DF30EC2D6B8F}" destId="{75FFE34C-B9E0-44E5-9FCA-45283F2193D4}" srcOrd="1" destOrd="0" presId="urn:microsoft.com/office/officeart/2005/8/layout/pList1"/>
    <dgm:cxn modelId="{EBA68C5B-EB34-456B-941B-ECB1AF7E08B0}" type="presParOf" srcId="{A2DFAF4B-9B23-4E36-952D-DF30EC2D6B8F}" destId="{99B83957-7BDC-425E-94BD-1C39E714DFEE}" srcOrd="2" destOrd="0" presId="urn:microsoft.com/office/officeart/2005/8/layout/pList1"/>
    <dgm:cxn modelId="{F736E682-E39D-481C-A5B7-9A18F8B690FE}" type="presParOf" srcId="{99B83957-7BDC-425E-94BD-1C39E714DFEE}" destId="{A0AD00F4-77CE-4AF1-B462-EF7E5D12D445}" srcOrd="0" destOrd="0" presId="urn:microsoft.com/office/officeart/2005/8/layout/pList1"/>
    <dgm:cxn modelId="{611EFA4A-5A7B-4CB1-831A-074C149FA98B}" type="presParOf" srcId="{99B83957-7BDC-425E-94BD-1C39E714DFEE}" destId="{E0210EF6-2273-4B67-A59B-0A8E8FC16876}" srcOrd="1" destOrd="0" presId="urn:microsoft.com/office/officeart/2005/8/layout/pList1"/>
    <dgm:cxn modelId="{B3D884EC-2174-4C3C-A215-F8367716D085}" type="presParOf" srcId="{A2DFAF4B-9B23-4E36-952D-DF30EC2D6B8F}" destId="{C8C81E77-272E-4B55-BD3B-7D28EFAE0DC2}" srcOrd="3" destOrd="0" presId="urn:microsoft.com/office/officeart/2005/8/layout/pList1"/>
    <dgm:cxn modelId="{A8144196-4DCF-4E1E-B4F9-A7531F67BFE7}" type="presParOf" srcId="{A2DFAF4B-9B23-4E36-952D-DF30EC2D6B8F}" destId="{689A4368-09C7-4EDB-BFE5-5287C074549B}" srcOrd="4" destOrd="0" presId="urn:microsoft.com/office/officeart/2005/8/layout/pList1"/>
    <dgm:cxn modelId="{783E4263-1919-4594-AAF9-26E23A0FDB3A}" type="presParOf" srcId="{689A4368-09C7-4EDB-BFE5-5287C074549B}" destId="{3F0C3AE9-9AC8-438B-92E3-C75FCA1F50EB}" srcOrd="0" destOrd="0" presId="urn:microsoft.com/office/officeart/2005/8/layout/pList1"/>
    <dgm:cxn modelId="{E6193A19-C6FA-46B4-ABBE-6E9310ABC2D2}" type="presParOf" srcId="{689A4368-09C7-4EDB-BFE5-5287C074549B}" destId="{94F12C88-B5D2-47D2-AC13-21EF444C6408}" srcOrd="1" destOrd="0" presId="urn:microsoft.com/office/officeart/2005/8/layout/pList1"/>
    <dgm:cxn modelId="{88E10CEB-51AD-4920-90EC-0FA3E2991F48}" type="presParOf" srcId="{A2DFAF4B-9B23-4E36-952D-DF30EC2D6B8F}" destId="{4605055D-D387-459A-A8FA-0A0E89F28C0F}" srcOrd="5" destOrd="0" presId="urn:microsoft.com/office/officeart/2005/8/layout/pList1"/>
    <dgm:cxn modelId="{083A23F4-8FBF-434D-9D7C-ED7726EB4854}" type="presParOf" srcId="{A2DFAF4B-9B23-4E36-952D-DF30EC2D6B8F}" destId="{54100E47-1E1C-4366-86E9-40AB50F7FD36}" srcOrd="6" destOrd="0" presId="urn:microsoft.com/office/officeart/2005/8/layout/pList1"/>
    <dgm:cxn modelId="{4A054174-04BE-40F3-9C5B-8EF8E3176FD5}" type="presParOf" srcId="{54100E47-1E1C-4366-86E9-40AB50F7FD36}" destId="{9CEC33A9-90C7-4B13-BFFC-6854DFD023B6}" srcOrd="0" destOrd="0" presId="urn:microsoft.com/office/officeart/2005/8/layout/pList1"/>
    <dgm:cxn modelId="{7A9AFF4D-DF4A-4D58-B975-0081F0A967F2}" type="presParOf" srcId="{54100E47-1E1C-4366-86E9-40AB50F7FD36}" destId="{44F0529D-A52A-4ED2-BB2F-0C0B3FF7C128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8854DBC-76E6-40F1-95DA-FECAE3C18B51}" type="doc">
      <dgm:prSet loTypeId="urn:microsoft.com/office/officeart/2005/8/layout/cycle4" loCatId="matrix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898E1EB-0884-4E60-8C1E-A3D92E8F5298}">
      <dgm:prSet phldrT="[Text]" custT="1"/>
      <dgm:spPr/>
      <dgm:t>
        <a:bodyPr/>
        <a:lstStyle/>
        <a:p>
          <a:r>
            <a:rPr lang="en-IN" sz="1400" b="1" dirty="0">
              <a:solidFill>
                <a:srgbClr val="132238"/>
              </a:solidFill>
              <a:latin typeface="Aptos"/>
              <a:ea typeface="Aptos"/>
              <a:cs typeface="Aptos"/>
            </a:rPr>
            <a:t>Login Recovery Search</a:t>
          </a:r>
          <a:endParaRPr lang="en-IN" sz="1400" dirty="0"/>
        </a:p>
      </dgm:t>
    </dgm:pt>
    <dgm:pt modelId="{0719D917-D1D2-4420-8EE4-9824D35AAABB}" type="parTrans" cxnId="{B4F72690-FCB2-4B48-81C4-80467F2268EE}">
      <dgm:prSet/>
      <dgm:spPr/>
      <dgm:t>
        <a:bodyPr/>
        <a:lstStyle/>
        <a:p>
          <a:endParaRPr lang="en-IN"/>
        </a:p>
      </dgm:t>
    </dgm:pt>
    <dgm:pt modelId="{A4ACC44A-2736-4D6B-8B11-26950A1BE372}" type="sibTrans" cxnId="{B4F72690-FCB2-4B48-81C4-80467F2268EE}">
      <dgm:prSet/>
      <dgm:spPr/>
      <dgm:t>
        <a:bodyPr/>
        <a:lstStyle/>
        <a:p>
          <a:endParaRPr lang="en-IN"/>
        </a:p>
      </dgm:t>
    </dgm:pt>
    <dgm:pt modelId="{ABC3942C-25B7-490E-BFE1-71E9DD4591C3}">
      <dgm:prSet phldrT="[Text]" custT="1"/>
      <dgm:spPr/>
      <dgm:t>
        <a:bodyPr/>
        <a:lstStyle/>
        <a:p>
          <a:r>
            <a:rPr lang="en-IN" sz="1600" b="1" dirty="0">
              <a:latin typeface="Aptos"/>
              <a:ea typeface="Aptos"/>
              <a:cs typeface="Aptos"/>
            </a:rPr>
            <a:t>Role-Based Login</a:t>
          </a:r>
          <a:endParaRPr lang="en-IN" sz="1600" dirty="0"/>
        </a:p>
      </dgm:t>
    </dgm:pt>
    <dgm:pt modelId="{5AEFD6C5-1F03-4A6B-BACD-30C0A822E30C}" type="parTrans" cxnId="{FFD96342-8144-41D5-968B-D7F5F80D52AA}">
      <dgm:prSet/>
      <dgm:spPr/>
      <dgm:t>
        <a:bodyPr/>
        <a:lstStyle/>
        <a:p>
          <a:endParaRPr lang="en-IN"/>
        </a:p>
      </dgm:t>
    </dgm:pt>
    <dgm:pt modelId="{E6B5B7B5-E981-46B6-B903-61B930700CC2}" type="sibTrans" cxnId="{FFD96342-8144-41D5-968B-D7F5F80D52AA}">
      <dgm:prSet/>
      <dgm:spPr/>
      <dgm:t>
        <a:bodyPr/>
        <a:lstStyle/>
        <a:p>
          <a:endParaRPr lang="en-IN"/>
        </a:p>
      </dgm:t>
    </dgm:pt>
    <dgm:pt modelId="{0C1902A9-6EF1-4EE5-8F56-55CF2EFAC769}">
      <dgm:prSet phldrT="[Text]" custT="1"/>
      <dgm:spPr/>
      <dgm:t>
        <a:bodyPr/>
        <a:lstStyle/>
        <a:p>
          <a:r>
            <a:rPr lang="en-IN" sz="1400" b="1" dirty="0">
              <a:solidFill>
                <a:srgbClr val="132238"/>
              </a:solidFill>
              <a:latin typeface="Aptos"/>
              <a:ea typeface="Aptos"/>
              <a:cs typeface="Aptos"/>
            </a:rPr>
            <a:t>PDF Marksheet</a:t>
          </a:r>
          <a:endParaRPr lang="en-IN" sz="1400" dirty="0"/>
        </a:p>
      </dgm:t>
    </dgm:pt>
    <dgm:pt modelId="{D4BDD5B2-0C53-49EE-9A43-569CC02E6E9E}" type="parTrans" cxnId="{EA8B06C7-EA5B-4011-91DC-F314B2666FBD}">
      <dgm:prSet/>
      <dgm:spPr/>
      <dgm:t>
        <a:bodyPr/>
        <a:lstStyle/>
        <a:p>
          <a:endParaRPr lang="en-IN"/>
        </a:p>
      </dgm:t>
    </dgm:pt>
    <dgm:pt modelId="{1441CDC2-E5F6-49A3-AE70-4E5A25986216}" type="sibTrans" cxnId="{EA8B06C7-EA5B-4011-91DC-F314B2666FBD}">
      <dgm:prSet/>
      <dgm:spPr/>
      <dgm:t>
        <a:bodyPr/>
        <a:lstStyle/>
        <a:p>
          <a:endParaRPr lang="en-IN"/>
        </a:p>
      </dgm:t>
    </dgm:pt>
    <dgm:pt modelId="{5BF93E65-CF46-4FDE-BF5C-02863E14B285}">
      <dgm:prSet phldrT="[Text]" custT="1"/>
      <dgm:spPr/>
      <dgm:t>
        <a:bodyPr/>
        <a:lstStyle/>
        <a:p>
          <a:r>
            <a:rPr lang="en-IN" sz="1800" b="1" dirty="0">
              <a:solidFill>
                <a:srgbClr val="132238"/>
              </a:solidFill>
              <a:latin typeface="Aptos"/>
              <a:ea typeface="Aptos"/>
              <a:cs typeface="Aptos"/>
            </a:rPr>
            <a:t>Student Management</a:t>
          </a:r>
          <a:endParaRPr lang="en-IN" sz="1800" dirty="0"/>
        </a:p>
      </dgm:t>
    </dgm:pt>
    <dgm:pt modelId="{FFC49720-E7A5-46E1-A3EB-789E54DD666A}" type="parTrans" cxnId="{D4AEF5D7-7610-4059-BD78-C1945D309CAB}">
      <dgm:prSet/>
      <dgm:spPr/>
      <dgm:t>
        <a:bodyPr/>
        <a:lstStyle/>
        <a:p>
          <a:endParaRPr lang="en-IN"/>
        </a:p>
      </dgm:t>
    </dgm:pt>
    <dgm:pt modelId="{40ABFF9C-6E9E-4788-B8AA-B8C05874E554}" type="sibTrans" cxnId="{D4AEF5D7-7610-4059-BD78-C1945D309CAB}">
      <dgm:prSet/>
      <dgm:spPr/>
      <dgm:t>
        <a:bodyPr/>
        <a:lstStyle/>
        <a:p>
          <a:endParaRPr lang="en-IN"/>
        </a:p>
      </dgm:t>
    </dgm:pt>
    <dgm:pt modelId="{E5658C72-5E30-45FE-AC72-AF07F11BB800}">
      <dgm:prSet phldrT="[Text]"/>
      <dgm:spPr/>
      <dgm:t>
        <a:bodyPr/>
        <a:lstStyle/>
        <a:p>
          <a:r>
            <a:rPr lang="en-US" b="1" dirty="0">
              <a:solidFill>
                <a:srgbClr val="5B667A"/>
              </a:solidFill>
              <a:latin typeface="Aptos"/>
              <a:ea typeface="Aptos"/>
              <a:cs typeface="Aptos"/>
            </a:rPr>
            <a:t>Export a student result as a PDF file.</a:t>
          </a:r>
          <a:endParaRPr lang="en-IN" dirty="0"/>
        </a:p>
      </dgm:t>
    </dgm:pt>
    <dgm:pt modelId="{90FF22DD-3344-4393-8AFD-D7D4D1AD063F}" type="parTrans" cxnId="{043B53F6-0183-4D02-8606-79EF918A69B1}">
      <dgm:prSet/>
      <dgm:spPr/>
      <dgm:t>
        <a:bodyPr/>
        <a:lstStyle/>
        <a:p>
          <a:endParaRPr lang="en-IN"/>
        </a:p>
      </dgm:t>
    </dgm:pt>
    <dgm:pt modelId="{4B850534-6BD0-42F1-9541-2A35579D1AE2}" type="sibTrans" cxnId="{043B53F6-0183-4D02-8606-79EF918A69B1}">
      <dgm:prSet/>
      <dgm:spPr/>
      <dgm:t>
        <a:bodyPr/>
        <a:lstStyle/>
        <a:p>
          <a:endParaRPr lang="en-IN"/>
        </a:p>
      </dgm:t>
    </dgm:pt>
    <dgm:pt modelId="{3E9EE25A-CA17-46B8-8F1E-93F19B8695B3}">
      <dgm:prSet phldrT="[Text]" custT="1"/>
      <dgm:spPr/>
      <dgm:t>
        <a:bodyPr/>
        <a:lstStyle/>
        <a:p>
          <a:r>
            <a:rPr lang="en-IN" sz="1800" b="1" dirty="0">
              <a:solidFill>
                <a:srgbClr val="132238"/>
              </a:solidFill>
              <a:latin typeface="Aptos"/>
              <a:ea typeface="Aptos"/>
              <a:cs typeface="Aptos"/>
            </a:rPr>
            <a:t>Pass/Fail Status</a:t>
          </a:r>
          <a:endParaRPr lang="en-IN" sz="1800" dirty="0"/>
        </a:p>
      </dgm:t>
    </dgm:pt>
    <dgm:pt modelId="{18053EE4-D262-469F-AD84-0AD24F4CF323}" type="parTrans" cxnId="{596ACE2B-4D26-4C4D-A803-C46C4BF27D58}">
      <dgm:prSet/>
      <dgm:spPr/>
      <dgm:t>
        <a:bodyPr/>
        <a:lstStyle/>
        <a:p>
          <a:endParaRPr lang="en-IN"/>
        </a:p>
      </dgm:t>
    </dgm:pt>
    <dgm:pt modelId="{F327B34E-5F68-4838-A034-F433BD158EA6}" type="sibTrans" cxnId="{596ACE2B-4D26-4C4D-A803-C46C4BF27D58}">
      <dgm:prSet/>
      <dgm:spPr/>
      <dgm:t>
        <a:bodyPr/>
        <a:lstStyle/>
        <a:p>
          <a:endParaRPr lang="en-IN"/>
        </a:p>
      </dgm:t>
    </dgm:pt>
    <dgm:pt modelId="{D2872876-43A5-4829-915E-4BFB767E7982}">
      <dgm:prSet phldrT="[Text]"/>
      <dgm:spPr/>
      <dgm:t>
        <a:bodyPr/>
        <a:lstStyle/>
        <a:p>
          <a:endParaRPr lang="en-US" b="1" dirty="0">
            <a:solidFill>
              <a:srgbClr val="5B667A"/>
            </a:solidFill>
            <a:latin typeface="Aptos"/>
            <a:ea typeface="Aptos"/>
            <a:cs typeface="Aptos"/>
          </a:endParaRPr>
        </a:p>
        <a:p>
          <a:r>
            <a:rPr lang="en-US" b="1" dirty="0">
              <a:solidFill>
                <a:srgbClr val="5B667A"/>
              </a:solidFill>
              <a:latin typeface="Aptos"/>
              <a:ea typeface="Aptos"/>
              <a:cs typeface="Aptos"/>
            </a:rPr>
            <a:t>Teacher can search login IDs by student name.</a:t>
          </a:r>
          <a:endParaRPr lang="en-IN" dirty="0"/>
        </a:p>
      </dgm:t>
    </dgm:pt>
    <dgm:pt modelId="{21CE6B4B-4FF1-462D-94A6-F20FA570395E}" type="parTrans" cxnId="{1AEDD291-0A11-4539-8F45-FA5FBFB08C4E}">
      <dgm:prSet/>
      <dgm:spPr/>
      <dgm:t>
        <a:bodyPr/>
        <a:lstStyle/>
        <a:p>
          <a:endParaRPr lang="en-IN"/>
        </a:p>
      </dgm:t>
    </dgm:pt>
    <dgm:pt modelId="{3E996232-02A1-405E-BF41-4E488F78E198}" type="sibTrans" cxnId="{1AEDD291-0A11-4539-8F45-FA5FBFB08C4E}">
      <dgm:prSet/>
      <dgm:spPr/>
      <dgm:t>
        <a:bodyPr/>
        <a:lstStyle/>
        <a:p>
          <a:endParaRPr lang="en-IN"/>
        </a:p>
      </dgm:t>
    </dgm:pt>
    <dgm:pt modelId="{C26A1123-E0E7-4954-BB5C-AFBC658A5A23}">
      <dgm:prSet phldrT="[Text]" custT="1"/>
      <dgm:spPr/>
      <dgm:t>
        <a:bodyPr/>
        <a:lstStyle/>
        <a:p>
          <a:r>
            <a:rPr lang="en-IN" sz="1800" b="1" dirty="0">
              <a:solidFill>
                <a:srgbClr val="132238"/>
              </a:solidFill>
              <a:latin typeface="Aptos"/>
              <a:ea typeface="Aptos"/>
              <a:cs typeface="Aptos"/>
            </a:rPr>
            <a:t>Result Management</a:t>
          </a:r>
          <a:endParaRPr lang="en-IN" sz="1800" dirty="0"/>
        </a:p>
      </dgm:t>
    </dgm:pt>
    <dgm:pt modelId="{06A74248-5F66-4FE0-A51B-85E4AEC70599}" type="parTrans" cxnId="{B2F467BE-74BB-4149-AFF3-1C4ACCD34480}">
      <dgm:prSet/>
      <dgm:spPr/>
      <dgm:t>
        <a:bodyPr/>
        <a:lstStyle/>
        <a:p>
          <a:endParaRPr lang="en-IN"/>
        </a:p>
      </dgm:t>
    </dgm:pt>
    <dgm:pt modelId="{F0BF62EF-5643-4D3D-8EF8-5DB377913A7D}" type="sibTrans" cxnId="{B2F467BE-74BB-4149-AFF3-1C4ACCD34480}">
      <dgm:prSet/>
      <dgm:spPr/>
      <dgm:t>
        <a:bodyPr/>
        <a:lstStyle/>
        <a:p>
          <a:endParaRPr lang="en-IN"/>
        </a:p>
      </dgm:t>
    </dgm:pt>
    <dgm:pt modelId="{6DAE77DC-BFEF-432F-83E7-3AF9E485CEE4}">
      <dgm:prSet/>
      <dgm:spPr/>
      <dgm:t>
        <a:bodyPr/>
        <a:lstStyle/>
        <a:p>
          <a:r>
            <a:rPr lang="en-US" sz="1200" b="1" dirty="0">
              <a:solidFill>
                <a:srgbClr val="5B667A"/>
              </a:solidFill>
              <a:latin typeface="Aptos"/>
              <a:ea typeface="Aptos"/>
              <a:cs typeface="Aptos"/>
            </a:rPr>
            <a:t>Separate teacher and student access.</a:t>
          </a:r>
        </a:p>
      </dgm:t>
    </dgm:pt>
    <dgm:pt modelId="{11C7A56F-C2D3-4BA7-A112-7B6D766C99B9}" type="parTrans" cxnId="{CFE56A56-9AAD-4D35-9C4C-DEA689717EA0}">
      <dgm:prSet/>
      <dgm:spPr/>
      <dgm:t>
        <a:bodyPr/>
        <a:lstStyle/>
        <a:p>
          <a:endParaRPr lang="en-IN"/>
        </a:p>
      </dgm:t>
    </dgm:pt>
    <dgm:pt modelId="{4E493EC7-088D-40E6-A510-B82BB4D59F81}" type="sibTrans" cxnId="{CFE56A56-9AAD-4D35-9C4C-DEA689717EA0}">
      <dgm:prSet/>
      <dgm:spPr/>
      <dgm:t>
        <a:bodyPr/>
        <a:lstStyle/>
        <a:p>
          <a:endParaRPr lang="en-IN"/>
        </a:p>
      </dgm:t>
    </dgm:pt>
    <dgm:pt modelId="{159BAC5B-5460-4F0D-A1D1-535D4F25B28B}">
      <dgm:prSet phldrT="[Text]"/>
      <dgm:spPr/>
      <dgm:t>
        <a:bodyPr/>
        <a:lstStyle/>
        <a:p>
          <a:r>
            <a:rPr lang="en-US" sz="1100" b="1" dirty="0">
              <a:solidFill>
                <a:srgbClr val="5B667A"/>
              </a:solidFill>
              <a:latin typeface="Aptos"/>
              <a:ea typeface="Aptos"/>
              <a:cs typeface="Aptos"/>
            </a:rPr>
            <a:t>Add, update, delete, and search student records.</a:t>
          </a:r>
          <a:endParaRPr lang="en-IN" sz="1100" dirty="0"/>
        </a:p>
      </dgm:t>
    </dgm:pt>
    <dgm:pt modelId="{BB6C79CF-09A2-4E01-A8EE-FA8F79DC8EAD}" type="parTrans" cxnId="{EE93945E-3FDF-45D9-B1C9-0C893FD82693}">
      <dgm:prSet/>
      <dgm:spPr/>
      <dgm:t>
        <a:bodyPr/>
        <a:lstStyle/>
        <a:p>
          <a:endParaRPr lang="en-IN"/>
        </a:p>
      </dgm:t>
    </dgm:pt>
    <dgm:pt modelId="{E232357E-9295-47DE-8346-9B00B041F3DB}" type="sibTrans" cxnId="{EE93945E-3FDF-45D9-B1C9-0C893FD82693}">
      <dgm:prSet/>
      <dgm:spPr/>
      <dgm:t>
        <a:bodyPr/>
        <a:lstStyle/>
        <a:p>
          <a:endParaRPr lang="en-IN"/>
        </a:p>
      </dgm:t>
    </dgm:pt>
    <dgm:pt modelId="{9495E295-A4FB-481E-AC4F-CC0728C22089}">
      <dgm:prSet phldrT="[Text]"/>
      <dgm:spPr/>
      <dgm:t>
        <a:bodyPr/>
        <a:lstStyle/>
        <a:p>
          <a:r>
            <a:rPr lang="en-US" sz="1200" b="1" dirty="0">
              <a:solidFill>
                <a:srgbClr val="5B667A"/>
              </a:solidFill>
              <a:latin typeface="Aptos"/>
              <a:ea typeface="Aptos"/>
              <a:cs typeface="Aptos"/>
            </a:rPr>
            <a:t>Store marks subject-wise with total marks.</a:t>
          </a:r>
          <a:endParaRPr lang="en-IN" sz="1200" dirty="0"/>
        </a:p>
      </dgm:t>
    </dgm:pt>
    <dgm:pt modelId="{6907177B-E8C6-4624-8D96-628022FFEB5C}" type="parTrans" cxnId="{DF5F406B-D4B8-43EA-9435-D90F6B5BB02F}">
      <dgm:prSet/>
      <dgm:spPr/>
      <dgm:t>
        <a:bodyPr/>
        <a:lstStyle/>
        <a:p>
          <a:endParaRPr lang="en-IN"/>
        </a:p>
      </dgm:t>
    </dgm:pt>
    <dgm:pt modelId="{CF222C9C-1ABE-40DF-A3D9-34B5E6102683}" type="sibTrans" cxnId="{DF5F406B-D4B8-43EA-9435-D90F6B5BB02F}">
      <dgm:prSet/>
      <dgm:spPr/>
      <dgm:t>
        <a:bodyPr/>
        <a:lstStyle/>
        <a:p>
          <a:endParaRPr lang="en-IN"/>
        </a:p>
      </dgm:t>
    </dgm:pt>
    <dgm:pt modelId="{C47235F3-39A9-45B8-9377-B405AF54B099}">
      <dgm:prSet phldrT="[Text]"/>
      <dgm:spPr/>
      <dgm:t>
        <a:bodyPr/>
        <a:lstStyle/>
        <a:p>
          <a:r>
            <a:rPr lang="en-US" sz="1200" b="1" dirty="0">
              <a:solidFill>
                <a:srgbClr val="5B667A"/>
              </a:solidFill>
              <a:latin typeface="Aptos"/>
              <a:ea typeface="Aptos"/>
              <a:cs typeface="Aptos"/>
            </a:rPr>
            <a:t>35% threshold with overall percentage.</a:t>
          </a:r>
          <a:endParaRPr lang="en-IN" sz="1200" dirty="0"/>
        </a:p>
      </dgm:t>
    </dgm:pt>
    <dgm:pt modelId="{2F308AF2-EFB8-4633-83D1-0CABF8FC1069}" type="parTrans" cxnId="{90AA092C-7B9E-4E12-8B9D-D6CC5B4A2523}">
      <dgm:prSet/>
      <dgm:spPr/>
      <dgm:t>
        <a:bodyPr/>
        <a:lstStyle/>
        <a:p>
          <a:endParaRPr lang="en-IN"/>
        </a:p>
      </dgm:t>
    </dgm:pt>
    <dgm:pt modelId="{16221ED8-B269-4372-897A-4ACB53175872}" type="sibTrans" cxnId="{90AA092C-7B9E-4E12-8B9D-D6CC5B4A2523}">
      <dgm:prSet/>
      <dgm:spPr/>
      <dgm:t>
        <a:bodyPr/>
        <a:lstStyle/>
        <a:p>
          <a:endParaRPr lang="en-IN"/>
        </a:p>
      </dgm:t>
    </dgm:pt>
    <dgm:pt modelId="{916AD729-1685-4FF7-8423-C4CE9BCD4C18}" type="pres">
      <dgm:prSet presAssocID="{D8854DBC-76E6-40F1-95DA-FECAE3C18B51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C1B4CD70-D108-4025-8F15-EF4A15B444B7}" type="pres">
      <dgm:prSet presAssocID="{D8854DBC-76E6-40F1-95DA-FECAE3C18B51}" presName="children" presStyleCnt="0"/>
      <dgm:spPr/>
    </dgm:pt>
    <dgm:pt modelId="{7FB6082A-EC7D-4CCF-8ED7-EF9F3BA172BC}" type="pres">
      <dgm:prSet presAssocID="{D8854DBC-76E6-40F1-95DA-FECAE3C18B51}" presName="child1group" presStyleCnt="0"/>
      <dgm:spPr/>
    </dgm:pt>
    <dgm:pt modelId="{9843E953-5E2F-4F7A-BD26-4DBA05AAF067}" type="pres">
      <dgm:prSet presAssocID="{D8854DBC-76E6-40F1-95DA-FECAE3C18B51}" presName="child1" presStyleLbl="bgAcc1" presStyleIdx="0" presStyleCnt="4"/>
      <dgm:spPr/>
    </dgm:pt>
    <dgm:pt modelId="{9C4A8D33-9DC0-44CE-9759-0C9812AE3A15}" type="pres">
      <dgm:prSet presAssocID="{D8854DBC-76E6-40F1-95DA-FECAE3C18B51}" presName="child1Text" presStyleLbl="bgAcc1" presStyleIdx="0" presStyleCnt="4">
        <dgm:presLayoutVars>
          <dgm:bulletEnabled val="1"/>
        </dgm:presLayoutVars>
      </dgm:prSet>
      <dgm:spPr/>
    </dgm:pt>
    <dgm:pt modelId="{3684746F-986B-4881-BB90-FAAD6B58A6D7}" type="pres">
      <dgm:prSet presAssocID="{D8854DBC-76E6-40F1-95DA-FECAE3C18B51}" presName="child2group" presStyleCnt="0"/>
      <dgm:spPr/>
    </dgm:pt>
    <dgm:pt modelId="{517F780B-F635-4C6F-BE24-EB06EF66305D}" type="pres">
      <dgm:prSet presAssocID="{D8854DBC-76E6-40F1-95DA-FECAE3C18B51}" presName="child2" presStyleLbl="bgAcc1" presStyleIdx="1" presStyleCnt="4" custScaleX="120555" custLinFactNeighborX="25388" custLinFactNeighborY="-14241"/>
      <dgm:spPr/>
    </dgm:pt>
    <dgm:pt modelId="{3772C18D-C98D-4EAF-9CE6-F052B15ED5A8}" type="pres">
      <dgm:prSet presAssocID="{D8854DBC-76E6-40F1-95DA-FECAE3C18B51}" presName="child2Text" presStyleLbl="bgAcc1" presStyleIdx="1" presStyleCnt="4">
        <dgm:presLayoutVars>
          <dgm:bulletEnabled val="1"/>
        </dgm:presLayoutVars>
      </dgm:prSet>
      <dgm:spPr/>
    </dgm:pt>
    <dgm:pt modelId="{E53E51F0-1D64-425F-9FFB-133948540C7D}" type="pres">
      <dgm:prSet presAssocID="{D8854DBC-76E6-40F1-95DA-FECAE3C18B51}" presName="child3group" presStyleCnt="0"/>
      <dgm:spPr/>
    </dgm:pt>
    <dgm:pt modelId="{3D8E1939-8464-4517-8FD9-AB08CCEF22C5}" type="pres">
      <dgm:prSet presAssocID="{D8854DBC-76E6-40F1-95DA-FECAE3C18B51}" presName="child3" presStyleLbl="bgAcc1" presStyleIdx="2" presStyleCnt="4" custScaleX="139432" custScaleY="112743" custLinFactNeighborX="26612" custLinFactNeighborY="-5985"/>
      <dgm:spPr/>
    </dgm:pt>
    <dgm:pt modelId="{08C89687-A86A-479F-96F4-8D719B4EF40F}" type="pres">
      <dgm:prSet presAssocID="{D8854DBC-76E6-40F1-95DA-FECAE3C18B51}" presName="child3Text" presStyleLbl="bgAcc1" presStyleIdx="2" presStyleCnt="4">
        <dgm:presLayoutVars>
          <dgm:bulletEnabled val="1"/>
        </dgm:presLayoutVars>
      </dgm:prSet>
      <dgm:spPr/>
    </dgm:pt>
    <dgm:pt modelId="{9E09E894-4E78-408E-8A9C-AB0591012C4B}" type="pres">
      <dgm:prSet presAssocID="{D8854DBC-76E6-40F1-95DA-FECAE3C18B51}" presName="child4group" presStyleCnt="0"/>
      <dgm:spPr/>
    </dgm:pt>
    <dgm:pt modelId="{40F008A7-F9C0-4556-B749-04CF3D909B1A}" type="pres">
      <dgm:prSet presAssocID="{D8854DBC-76E6-40F1-95DA-FECAE3C18B51}" presName="child4" presStyleLbl="bgAcc1" presStyleIdx="3" presStyleCnt="4" custScaleX="118950" custScaleY="116686" custLinFactNeighborX="-22806" custLinFactNeighborY="-17271"/>
      <dgm:spPr/>
    </dgm:pt>
    <dgm:pt modelId="{63047416-D573-4A0C-995F-3F9D54E23FE3}" type="pres">
      <dgm:prSet presAssocID="{D8854DBC-76E6-40F1-95DA-FECAE3C18B51}" presName="child4Text" presStyleLbl="bgAcc1" presStyleIdx="3" presStyleCnt="4">
        <dgm:presLayoutVars>
          <dgm:bulletEnabled val="1"/>
        </dgm:presLayoutVars>
      </dgm:prSet>
      <dgm:spPr/>
    </dgm:pt>
    <dgm:pt modelId="{F5FAF0F0-0E8A-456B-BF90-48CF44E81201}" type="pres">
      <dgm:prSet presAssocID="{D8854DBC-76E6-40F1-95DA-FECAE3C18B51}" presName="childPlaceholder" presStyleCnt="0"/>
      <dgm:spPr/>
    </dgm:pt>
    <dgm:pt modelId="{9162B23E-3D1C-47FA-9F2C-0080B90B3C74}" type="pres">
      <dgm:prSet presAssocID="{D8854DBC-76E6-40F1-95DA-FECAE3C18B51}" presName="circle" presStyleCnt="0"/>
      <dgm:spPr/>
    </dgm:pt>
    <dgm:pt modelId="{21E78F9A-AD17-4F1C-B3FD-C5278B8B5A22}" type="pres">
      <dgm:prSet presAssocID="{D8854DBC-76E6-40F1-95DA-FECAE3C18B51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BE6F8520-46FF-410D-8BCD-F10A285276FC}" type="pres">
      <dgm:prSet presAssocID="{D8854DBC-76E6-40F1-95DA-FECAE3C18B51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E7E6FE50-D268-4AD7-BBA5-25EB8E8F7AB5}" type="pres">
      <dgm:prSet presAssocID="{D8854DBC-76E6-40F1-95DA-FECAE3C18B51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5EFA1D23-6048-438D-91BD-02567C410CB7}" type="pres">
      <dgm:prSet presAssocID="{D8854DBC-76E6-40F1-95DA-FECAE3C18B51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395CAE51-E4CC-45B2-9D31-E4ACA93B9000}" type="pres">
      <dgm:prSet presAssocID="{D8854DBC-76E6-40F1-95DA-FECAE3C18B51}" presName="quadrantPlaceholder" presStyleCnt="0"/>
      <dgm:spPr/>
    </dgm:pt>
    <dgm:pt modelId="{EE1CD466-4638-47F6-A3DD-237B1AF775C9}" type="pres">
      <dgm:prSet presAssocID="{D8854DBC-76E6-40F1-95DA-FECAE3C18B51}" presName="center1" presStyleLbl="fgShp" presStyleIdx="0" presStyleCnt="2"/>
      <dgm:spPr/>
    </dgm:pt>
    <dgm:pt modelId="{2EEA7038-3F0A-46A7-A915-4BCBC5A97164}" type="pres">
      <dgm:prSet presAssocID="{D8854DBC-76E6-40F1-95DA-FECAE3C18B51}" presName="center2" presStyleLbl="fgShp" presStyleIdx="1" presStyleCnt="2"/>
      <dgm:spPr/>
    </dgm:pt>
  </dgm:ptLst>
  <dgm:cxnLst>
    <dgm:cxn modelId="{69EE4805-0834-436A-AFE0-B1E917DE34D2}" type="presOf" srcId="{9495E295-A4FB-481E-AC4F-CC0728C22089}" destId="{63047416-D573-4A0C-995F-3F9D54E23FE3}" srcOrd="1" destOrd="1" presId="urn:microsoft.com/office/officeart/2005/8/layout/cycle4"/>
    <dgm:cxn modelId="{48E5ED0D-2950-4F1C-BBAA-8DE7A9F5A2CF}" type="presOf" srcId="{159BAC5B-5460-4F0D-A1D1-535D4F25B28B}" destId="{517F780B-F635-4C6F-BE24-EB06EF66305D}" srcOrd="0" destOrd="1" presId="urn:microsoft.com/office/officeart/2005/8/layout/cycle4"/>
    <dgm:cxn modelId="{C56F1C15-3041-4B5E-AB77-1D0E3C499C5F}" type="presOf" srcId="{C26A1123-E0E7-4954-BB5C-AFBC658A5A23}" destId="{40F008A7-F9C0-4556-B749-04CF3D909B1A}" srcOrd="0" destOrd="0" presId="urn:microsoft.com/office/officeart/2005/8/layout/cycle4"/>
    <dgm:cxn modelId="{505E991A-C871-4F92-8672-26DD9B587CB9}" type="presOf" srcId="{C47235F3-39A9-45B8-9377-B405AF54B099}" destId="{08C89687-A86A-479F-96F4-8D719B4EF40F}" srcOrd="1" destOrd="1" presId="urn:microsoft.com/office/officeart/2005/8/layout/cycle4"/>
    <dgm:cxn modelId="{F6E93F23-DE7B-425C-BF65-DFD54392C70E}" type="presOf" srcId="{ABC3942C-25B7-490E-BFE1-71E9DD4591C3}" destId="{9C4A8D33-9DC0-44CE-9759-0C9812AE3A15}" srcOrd="1" destOrd="0" presId="urn:microsoft.com/office/officeart/2005/8/layout/cycle4"/>
    <dgm:cxn modelId="{9144A628-8C38-4395-9E44-2544D10C30D7}" type="presOf" srcId="{0C1902A9-6EF1-4EE5-8F56-55CF2EFAC769}" destId="{BE6F8520-46FF-410D-8BCD-F10A285276FC}" srcOrd="0" destOrd="0" presId="urn:microsoft.com/office/officeart/2005/8/layout/cycle4"/>
    <dgm:cxn modelId="{596ACE2B-4D26-4C4D-A803-C46C4BF27D58}" srcId="{E5658C72-5E30-45FE-AC72-AF07F11BB800}" destId="{3E9EE25A-CA17-46B8-8F1E-93F19B8695B3}" srcOrd="0" destOrd="0" parTransId="{18053EE4-D262-469F-AD84-0AD24F4CF323}" sibTransId="{F327B34E-5F68-4838-A034-F433BD158EA6}"/>
    <dgm:cxn modelId="{90AA092C-7B9E-4E12-8B9D-D6CC5B4A2523}" srcId="{E5658C72-5E30-45FE-AC72-AF07F11BB800}" destId="{C47235F3-39A9-45B8-9377-B405AF54B099}" srcOrd="1" destOrd="0" parTransId="{2F308AF2-EFB8-4633-83D1-0CABF8FC1069}" sibTransId="{16221ED8-B269-4372-897A-4ACB53175872}"/>
    <dgm:cxn modelId="{B49C2631-EA38-4506-AE0E-238D896C7F22}" type="presOf" srcId="{3E9EE25A-CA17-46B8-8F1E-93F19B8695B3}" destId="{08C89687-A86A-479F-96F4-8D719B4EF40F}" srcOrd="1" destOrd="0" presId="urn:microsoft.com/office/officeart/2005/8/layout/cycle4"/>
    <dgm:cxn modelId="{5052AE3A-5E44-47AA-827B-C9DC75E9BF7C}" type="presOf" srcId="{5BF93E65-CF46-4FDE-BF5C-02863E14B285}" destId="{517F780B-F635-4C6F-BE24-EB06EF66305D}" srcOrd="0" destOrd="0" presId="urn:microsoft.com/office/officeart/2005/8/layout/cycle4"/>
    <dgm:cxn modelId="{EE93945E-3FDF-45D9-B1C9-0C893FD82693}" srcId="{0C1902A9-6EF1-4EE5-8F56-55CF2EFAC769}" destId="{159BAC5B-5460-4F0D-A1D1-535D4F25B28B}" srcOrd="1" destOrd="0" parTransId="{BB6C79CF-09A2-4E01-A8EE-FA8F79DC8EAD}" sibTransId="{E232357E-9295-47DE-8346-9B00B041F3DB}"/>
    <dgm:cxn modelId="{FFD96342-8144-41D5-968B-D7F5F80D52AA}" srcId="{2898E1EB-0884-4E60-8C1E-A3D92E8F5298}" destId="{ABC3942C-25B7-490E-BFE1-71E9DD4591C3}" srcOrd="0" destOrd="0" parTransId="{5AEFD6C5-1F03-4A6B-BACD-30C0A822E30C}" sibTransId="{E6B5B7B5-E981-46B6-B903-61B930700CC2}"/>
    <dgm:cxn modelId="{DF5F406B-D4B8-43EA-9435-D90F6B5BB02F}" srcId="{D2872876-43A5-4829-915E-4BFB767E7982}" destId="{9495E295-A4FB-481E-AC4F-CC0728C22089}" srcOrd="1" destOrd="0" parTransId="{6907177B-E8C6-4624-8D96-628022FFEB5C}" sibTransId="{CF222C9C-1ABE-40DF-A3D9-34B5E6102683}"/>
    <dgm:cxn modelId="{000A0F74-A36A-4188-B1DB-81E84B55BFC5}" type="presOf" srcId="{6DAE77DC-BFEF-432F-83E7-3AF9E485CEE4}" destId="{9843E953-5E2F-4F7A-BD26-4DBA05AAF067}" srcOrd="0" destOrd="1" presId="urn:microsoft.com/office/officeart/2005/8/layout/cycle4"/>
    <dgm:cxn modelId="{52010976-B6A2-4F14-8141-67DE72E25D7E}" type="presOf" srcId="{ABC3942C-25B7-490E-BFE1-71E9DD4591C3}" destId="{9843E953-5E2F-4F7A-BD26-4DBA05AAF067}" srcOrd="0" destOrd="0" presId="urn:microsoft.com/office/officeart/2005/8/layout/cycle4"/>
    <dgm:cxn modelId="{CFE56A56-9AAD-4D35-9C4C-DEA689717EA0}" srcId="{2898E1EB-0884-4E60-8C1E-A3D92E8F5298}" destId="{6DAE77DC-BFEF-432F-83E7-3AF9E485CEE4}" srcOrd="1" destOrd="0" parTransId="{11C7A56F-C2D3-4BA7-A112-7B6D766C99B9}" sibTransId="{4E493EC7-088D-40E6-A510-B82BB4D59F81}"/>
    <dgm:cxn modelId="{5A1EFE7C-ACE6-4EE0-89CD-4C4CD8C56283}" type="presOf" srcId="{9495E295-A4FB-481E-AC4F-CC0728C22089}" destId="{40F008A7-F9C0-4556-B749-04CF3D909B1A}" srcOrd="0" destOrd="1" presId="urn:microsoft.com/office/officeart/2005/8/layout/cycle4"/>
    <dgm:cxn modelId="{67453F7D-8F3D-4286-B317-5F37BD4E0819}" type="presOf" srcId="{C26A1123-E0E7-4954-BB5C-AFBC658A5A23}" destId="{63047416-D573-4A0C-995F-3F9D54E23FE3}" srcOrd="1" destOrd="0" presId="urn:microsoft.com/office/officeart/2005/8/layout/cycle4"/>
    <dgm:cxn modelId="{25805783-8819-48BD-902C-3899533639EA}" type="presOf" srcId="{E5658C72-5E30-45FE-AC72-AF07F11BB800}" destId="{E7E6FE50-D268-4AD7-BBA5-25EB8E8F7AB5}" srcOrd="0" destOrd="0" presId="urn:microsoft.com/office/officeart/2005/8/layout/cycle4"/>
    <dgm:cxn modelId="{1B0EAD89-93E0-474D-B253-FFE82173D107}" type="presOf" srcId="{159BAC5B-5460-4F0D-A1D1-535D4F25B28B}" destId="{3772C18D-C98D-4EAF-9CE6-F052B15ED5A8}" srcOrd="1" destOrd="1" presId="urn:microsoft.com/office/officeart/2005/8/layout/cycle4"/>
    <dgm:cxn modelId="{B4F72690-FCB2-4B48-81C4-80467F2268EE}" srcId="{D8854DBC-76E6-40F1-95DA-FECAE3C18B51}" destId="{2898E1EB-0884-4E60-8C1E-A3D92E8F5298}" srcOrd="0" destOrd="0" parTransId="{0719D917-D1D2-4420-8EE4-9824D35AAABB}" sibTransId="{A4ACC44A-2736-4D6B-8B11-26950A1BE372}"/>
    <dgm:cxn modelId="{1AEDD291-0A11-4539-8F45-FA5FBFB08C4E}" srcId="{D8854DBC-76E6-40F1-95DA-FECAE3C18B51}" destId="{D2872876-43A5-4829-915E-4BFB767E7982}" srcOrd="3" destOrd="0" parTransId="{21CE6B4B-4FF1-462D-94A6-F20FA570395E}" sibTransId="{3E996232-02A1-405E-BF41-4E488F78E198}"/>
    <dgm:cxn modelId="{A8C569B2-1A5F-4107-B87D-C87D0C65DD43}" type="presOf" srcId="{6DAE77DC-BFEF-432F-83E7-3AF9E485CEE4}" destId="{9C4A8D33-9DC0-44CE-9759-0C9812AE3A15}" srcOrd="1" destOrd="1" presId="urn:microsoft.com/office/officeart/2005/8/layout/cycle4"/>
    <dgm:cxn modelId="{C48491BA-3ED0-4D41-B6E6-3D8E8B11E30E}" type="presOf" srcId="{3E9EE25A-CA17-46B8-8F1E-93F19B8695B3}" destId="{3D8E1939-8464-4517-8FD9-AB08CCEF22C5}" srcOrd="0" destOrd="0" presId="urn:microsoft.com/office/officeart/2005/8/layout/cycle4"/>
    <dgm:cxn modelId="{B2F467BE-74BB-4149-AFF3-1C4ACCD34480}" srcId="{D2872876-43A5-4829-915E-4BFB767E7982}" destId="{C26A1123-E0E7-4954-BB5C-AFBC658A5A23}" srcOrd="0" destOrd="0" parTransId="{06A74248-5F66-4FE0-A51B-85E4AEC70599}" sibTransId="{F0BF62EF-5643-4D3D-8EF8-5DB377913A7D}"/>
    <dgm:cxn modelId="{861110C0-EE73-47A0-B2B1-29F69EAC9494}" type="presOf" srcId="{D8854DBC-76E6-40F1-95DA-FECAE3C18B51}" destId="{916AD729-1685-4FF7-8423-C4CE9BCD4C18}" srcOrd="0" destOrd="0" presId="urn:microsoft.com/office/officeart/2005/8/layout/cycle4"/>
    <dgm:cxn modelId="{EA8B06C7-EA5B-4011-91DC-F314B2666FBD}" srcId="{D8854DBC-76E6-40F1-95DA-FECAE3C18B51}" destId="{0C1902A9-6EF1-4EE5-8F56-55CF2EFAC769}" srcOrd="1" destOrd="0" parTransId="{D4BDD5B2-0C53-49EE-9A43-569CC02E6E9E}" sibTransId="{1441CDC2-E5F6-49A3-AE70-4E5A25986216}"/>
    <dgm:cxn modelId="{D4AEF5D7-7610-4059-BD78-C1945D309CAB}" srcId="{0C1902A9-6EF1-4EE5-8F56-55CF2EFAC769}" destId="{5BF93E65-CF46-4FDE-BF5C-02863E14B285}" srcOrd="0" destOrd="0" parTransId="{FFC49720-E7A5-46E1-A3EB-789E54DD666A}" sibTransId="{40ABFF9C-6E9E-4788-B8AA-B8C05874E554}"/>
    <dgm:cxn modelId="{9BEC98E6-D043-4EFF-9035-FF3C873D3750}" type="presOf" srcId="{C47235F3-39A9-45B8-9377-B405AF54B099}" destId="{3D8E1939-8464-4517-8FD9-AB08CCEF22C5}" srcOrd="0" destOrd="1" presId="urn:microsoft.com/office/officeart/2005/8/layout/cycle4"/>
    <dgm:cxn modelId="{A29FA7E8-EC1F-4FE5-9C77-D05F398F4F62}" type="presOf" srcId="{2898E1EB-0884-4E60-8C1E-A3D92E8F5298}" destId="{21E78F9A-AD17-4F1C-B3FD-C5278B8B5A22}" srcOrd="0" destOrd="0" presId="urn:microsoft.com/office/officeart/2005/8/layout/cycle4"/>
    <dgm:cxn modelId="{BA7AF8E8-FF36-416C-9BF2-BCF6A773F0C8}" type="presOf" srcId="{D2872876-43A5-4829-915E-4BFB767E7982}" destId="{5EFA1D23-6048-438D-91BD-02567C410CB7}" srcOrd="0" destOrd="0" presId="urn:microsoft.com/office/officeart/2005/8/layout/cycle4"/>
    <dgm:cxn modelId="{043B53F6-0183-4D02-8606-79EF918A69B1}" srcId="{D8854DBC-76E6-40F1-95DA-FECAE3C18B51}" destId="{E5658C72-5E30-45FE-AC72-AF07F11BB800}" srcOrd="2" destOrd="0" parTransId="{90FF22DD-3344-4393-8AFD-D7D4D1AD063F}" sibTransId="{4B850534-6BD0-42F1-9541-2A35579D1AE2}"/>
    <dgm:cxn modelId="{1A52F3FF-70B3-4216-A03A-065DD6E5607F}" type="presOf" srcId="{5BF93E65-CF46-4FDE-BF5C-02863E14B285}" destId="{3772C18D-C98D-4EAF-9CE6-F052B15ED5A8}" srcOrd="1" destOrd="0" presId="urn:microsoft.com/office/officeart/2005/8/layout/cycle4"/>
    <dgm:cxn modelId="{AA711FE1-D7C3-49A6-B3FA-E78130E38AB1}" type="presParOf" srcId="{916AD729-1685-4FF7-8423-C4CE9BCD4C18}" destId="{C1B4CD70-D108-4025-8F15-EF4A15B444B7}" srcOrd="0" destOrd="0" presId="urn:microsoft.com/office/officeart/2005/8/layout/cycle4"/>
    <dgm:cxn modelId="{85EC5CBB-A5F4-47DD-83D7-9AE05A212F68}" type="presParOf" srcId="{C1B4CD70-D108-4025-8F15-EF4A15B444B7}" destId="{7FB6082A-EC7D-4CCF-8ED7-EF9F3BA172BC}" srcOrd="0" destOrd="0" presId="urn:microsoft.com/office/officeart/2005/8/layout/cycle4"/>
    <dgm:cxn modelId="{2604C5C1-FD0A-4F79-A0A5-DC0D8E4EE611}" type="presParOf" srcId="{7FB6082A-EC7D-4CCF-8ED7-EF9F3BA172BC}" destId="{9843E953-5E2F-4F7A-BD26-4DBA05AAF067}" srcOrd="0" destOrd="0" presId="urn:microsoft.com/office/officeart/2005/8/layout/cycle4"/>
    <dgm:cxn modelId="{799CEBDB-7133-451C-B41F-036E05672357}" type="presParOf" srcId="{7FB6082A-EC7D-4CCF-8ED7-EF9F3BA172BC}" destId="{9C4A8D33-9DC0-44CE-9759-0C9812AE3A15}" srcOrd="1" destOrd="0" presId="urn:microsoft.com/office/officeart/2005/8/layout/cycle4"/>
    <dgm:cxn modelId="{5608F35A-7083-427E-AFD1-B46F34B883D9}" type="presParOf" srcId="{C1B4CD70-D108-4025-8F15-EF4A15B444B7}" destId="{3684746F-986B-4881-BB90-FAAD6B58A6D7}" srcOrd="1" destOrd="0" presId="urn:microsoft.com/office/officeart/2005/8/layout/cycle4"/>
    <dgm:cxn modelId="{41F4BE6B-A76B-40A6-9871-8C883F575F7D}" type="presParOf" srcId="{3684746F-986B-4881-BB90-FAAD6B58A6D7}" destId="{517F780B-F635-4C6F-BE24-EB06EF66305D}" srcOrd="0" destOrd="0" presId="urn:microsoft.com/office/officeart/2005/8/layout/cycle4"/>
    <dgm:cxn modelId="{F5FA7F2E-8FCA-4B31-950B-B1A414FE4855}" type="presParOf" srcId="{3684746F-986B-4881-BB90-FAAD6B58A6D7}" destId="{3772C18D-C98D-4EAF-9CE6-F052B15ED5A8}" srcOrd="1" destOrd="0" presId="urn:microsoft.com/office/officeart/2005/8/layout/cycle4"/>
    <dgm:cxn modelId="{85E2F455-C5CC-4931-8B9C-1CBC5C5AFAAC}" type="presParOf" srcId="{C1B4CD70-D108-4025-8F15-EF4A15B444B7}" destId="{E53E51F0-1D64-425F-9FFB-133948540C7D}" srcOrd="2" destOrd="0" presId="urn:microsoft.com/office/officeart/2005/8/layout/cycle4"/>
    <dgm:cxn modelId="{BDDD6CBE-0BBE-473C-BE43-35F5516ACE6F}" type="presParOf" srcId="{E53E51F0-1D64-425F-9FFB-133948540C7D}" destId="{3D8E1939-8464-4517-8FD9-AB08CCEF22C5}" srcOrd="0" destOrd="0" presId="urn:microsoft.com/office/officeart/2005/8/layout/cycle4"/>
    <dgm:cxn modelId="{6529774C-2BC5-4500-97A6-BD1B1581244B}" type="presParOf" srcId="{E53E51F0-1D64-425F-9FFB-133948540C7D}" destId="{08C89687-A86A-479F-96F4-8D719B4EF40F}" srcOrd="1" destOrd="0" presId="urn:microsoft.com/office/officeart/2005/8/layout/cycle4"/>
    <dgm:cxn modelId="{745250B4-4813-4EE7-8749-E09ED1E916AD}" type="presParOf" srcId="{C1B4CD70-D108-4025-8F15-EF4A15B444B7}" destId="{9E09E894-4E78-408E-8A9C-AB0591012C4B}" srcOrd="3" destOrd="0" presId="urn:microsoft.com/office/officeart/2005/8/layout/cycle4"/>
    <dgm:cxn modelId="{2AA2232C-6C59-406F-A2FD-464DBE5655F3}" type="presParOf" srcId="{9E09E894-4E78-408E-8A9C-AB0591012C4B}" destId="{40F008A7-F9C0-4556-B749-04CF3D909B1A}" srcOrd="0" destOrd="0" presId="urn:microsoft.com/office/officeart/2005/8/layout/cycle4"/>
    <dgm:cxn modelId="{055FABDF-FA22-4FDF-A57F-D9AC98A2E89B}" type="presParOf" srcId="{9E09E894-4E78-408E-8A9C-AB0591012C4B}" destId="{63047416-D573-4A0C-995F-3F9D54E23FE3}" srcOrd="1" destOrd="0" presId="urn:microsoft.com/office/officeart/2005/8/layout/cycle4"/>
    <dgm:cxn modelId="{8D142643-6E2A-442D-801C-F5D388E377F3}" type="presParOf" srcId="{C1B4CD70-D108-4025-8F15-EF4A15B444B7}" destId="{F5FAF0F0-0E8A-456B-BF90-48CF44E81201}" srcOrd="4" destOrd="0" presId="urn:microsoft.com/office/officeart/2005/8/layout/cycle4"/>
    <dgm:cxn modelId="{9E5DF027-537B-4607-81D6-4A7A3A0DC882}" type="presParOf" srcId="{916AD729-1685-4FF7-8423-C4CE9BCD4C18}" destId="{9162B23E-3D1C-47FA-9F2C-0080B90B3C74}" srcOrd="1" destOrd="0" presId="urn:microsoft.com/office/officeart/2005/8/layout/cycle4"/>
    <dgm:cxn modelId="{D85F2938-F796-4632-A636-0423E485B81C}" type="presParOf" srcId="{9162B23E-3D1C-47FA-9F2C-0080B90B3C74}" destId="{21E78F9A-AD17-4F1C-B3FD-C5278B8B5A22}" srcOrd="0" destOrd="0" presId="urn:microsoft.com/office/officeart/2005/8/layout/cycle4"/>
    <dgm:cxn modelId="{6A1E0BED-EA8D-422B-AE37-A6D33ADFFC06}" type="presParOf" srcId="{9162B23E-3D1C-47FA-9F2C-0080B90B3C74}" destId="{BE6F8520-46FF-410D-8BCD-F10A285276FC}" srcOrd="1" destOrd="0" presId="urn:microsoft.com/office/officeart/2005/8/layout/cycle4"/>
    <dgm:cxn modelId="{70B873AC-7B9A-42AF-A382-2B8B77015C1E}" type="presParOf" srcId="{9162B23E-3D1C-47FA-9F2C-0080B90B3C74}" destId="{E7E6FE50-D268-4AD7-BBA5-25EB8E8F7AB5}" srcOrd="2" destOrd="0" presId="urn:microsoft.com/office/officeart/2005/8/layout/cycle4"/>
    <dgm:cxn modelId="{1D6DEBF4-34FF-4B8F-B57D-36EDC2BC2AE7}" type="presParOf" srcId="{9162B23E-3D1C-47FA-9F2C-0080B90B3C74}" destId="{5EFA1D23-6048-438D-91BD-02567C410CB7}" srcOrd="3" destOrd="0" presId="urn:microsoft.com/office/officeart/2005/8/layout/cycle4"/>
    <dgm:cxn modelId="{A860C7E1-85CF-4121-854E-3ECE5DC1F840}" type="presParOf" srcId="{9162B23E-3D1C-47FA-9F2C-0080B90B3C74}" destId="{395CAE51-E4CC-45B2-9D31-E4ACA93B9000}" srcOrd="4" destOrd="0" presId="urn:microsoft.com/office/officeart/2005/8/layout/cycle4"/>
    <dgm:cxn modelId="{FC889971-8479-4371-906C-D830A6087C05}" type="presParOf" srcId="{916AD729-1685-4FF7-8423-C4CE9BCD4C18}" destId="{EE1CD466-4638-47F6-A3DD-237B1AF775C9}" srcOrd="2" destOrd="0" presId="urn:microsoft.com/office/officeart/2005/8/layout/cycle4"/>
    <dgm:cxn modelId="{44626CB0-E461-4442-8977-485520DC59E2}" type="presParOf" srcId="{916AD729-1685-4FF7-8423-C4CE9BCD4C18}" destId="{2EEA7038-3F0A-46A7-A915-4BCBC5A97164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9095D4-9C2E-4017-94FD-EE18D952092A}">
      <dsp:nvSpPr>
        <dsp:cNvPr id="0" name=""/>
        <dsp:cNvSpPr/>
      </dsp:nvSpPr>
      <dsp:spPr>
        <a:xfrm>
          <a:off x="9470" y="158940"/>
          <a:ext cx="2175474" cy="1498901"/>
        </a:xfrm>
        <a:prstGeom prst="roundRect">
          <a:avLst/>
        </a:prstGeom>
        <a:blipFill>
          <a:blip xmlns:r="http://schemas.openxmlformats.org/officeDocument/2006/relationships" r:embed="rId1"/>
          <a:srcRect/>
          <a:stretch>
            <a:fillRect l="-22000" r="-22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EEACAB-2B3A-48C1-BC08-F955A601B41B}">
      <dsp:nvSpPr>
        <dsp:cNvPr id="0" name=""/>
        <dsp:cNvSpPr/>
      </dsp:nvSpPr>
      <dsp:spPr>
        <a:xfrm>
          <a:off x="113196" y="1718460"/>
          <a:ext cx="2175474" cy="807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>
              <a:solidFill>
                <a:srgbClr val="132238"/>
              </a:solidFill>
              <a:latin typeface="Aptos"/>
              <a:ea typeface="Aptos"/>
              <a:cs typeface="Aptos"/>
            </a:rPr>
            <a:t>Python</a:t>
          </a:r>
          <a:r>
            <a:rPr lang="en-IN" sz="1600" b="0" kern="1200" dirty="0">
              <a:solidFill>
                <a:srgbClr val="132238"/>
              </a:solidFill>
              <a:latin typeface="Aptos"/>
              <a:ea typeface="Aptos"/>
              <a:cs typeface="Aptos"/>
            </a:rPr>
            <a:t>: main programming language</a:t>
          </a:r>
          <a:endParaRPr lang="en-IN" sz="1600" kern="1200" dirty="0"/>
        </a:p>
      </dsp:txBody>
      <dsp:txXfrm>
        <a:off x="113196" y="1718460"/>
        <a:ext cx="2175474" cy="807100"/>
      </dsp:txXfrm>
    </dsp:sp>
    <dsp:sp modelId="{A0AD00F4-77CE-4AF1-B462-EF7E5D12D445}">
      <dsp:nvSpPr>
        <dsp:cNvPr id="0" name=""/>
        <dsp:cNvSpPr/>
      </dsp:nvSpPr>
      <dsp:spPr>
        <a:xfrm>
          <a:off x="3062251" y="314957"/>
          <a:ext cx="2926164" cy="1349446"/>
        </a:xfrm>
        <a:prstGeom prst="roundRect">
          <a:avLst/>
        </a:prstGeom>
        <a:blipFill>
          <a:blip xmlns:r="http://schemas.openxmlformats.org/officeDocument/2006/relationships" r:embed="rId2"/>
          <a:srcRect/>
          <a:stretch>
            <a:fillRect l="-16000" r="-16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210EF6-2273-4B67-A59B-0A8E8FC16876}">
      <dsp:nvSpPr>
        <dsp:cNvPr id="0" name=""/>
        <dsp:cNvSpPr/>
      </dsp:nvSpPr>
      <dsp:spPr>
        <a:xfrm>
          <a:off x="6713730" y="1994106"/>
          <a:ext cx="2175474" cy="4747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rgbClr val="132238"/>
              </a:solidFill>
              <a:latin typeface="Aptos"/>
              <a:ea typeface="Aptos"/>
              <a:cs typeface="Aptos"/>
            </a:rPr>
            <a:t>SQLite</a:t>
          </a:r>
          <a:r>
            <a:rPr lang="en-US" sz="1600" b="0" kern="1200" dirty="0">
              <a:solidFill>
                <a:srgbClr val="132238"/>
              </a:solidFill>
              <a:latin typeface="Aptos"/>
              <a:ea typeface="Aptos"/>
              <a:cs typeface="Aptos"/>
            </a:rPr>
            <a:t>: used to store students, courses, users, and result records.</a:t>
          </a:r>
          <a:endParaRPr lang="en-IN" sz="1600" kern="1200" dirty="0"/>
        </a:p>
      </dsp:txBody>
      <dsp:txXfrm>
        <a:off x="6713730" y="1994106"/>
        <a:ext cx="2175474" cy="474704"/>
      </dsp:txXfrm>
    </dsp:sp>
    <dsp:sp modelId="{3F0C3AE9-9AC8-438B-92E3-C75FCA1F50EB}">
      <dsp:nvSpPr>
        <dsp:cNvPr id="0" name=""/>
        <dsp:cNvSpPr/>
      </dsp:nvSpPr>
      <dsp:spPr>
        <a:xfrm>
          <a:off x="6501180" y="478678"/>
          <a:ext cx="2175474" cy="1498901"/>
        </a:xfrm>
        <a:prstGeom prst="roundRect">
          <a:avLst/>
        </a:prstGeom>
        <a:blipFill>
          <a:blip xmlns:r="http://schemas.openxmlformats.org/officeDocument/2006/relationships" r:embed="rId3"/>
          <a:srcRect/>
          <a:stretch>
            <a:fillRect t="-22000" b="-22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F12C88-B5D2-47D2-AC13-21EF444C6408}">
      <dsp:nvSpPr>
        <dsp:cNvPr id="0" name=""/>
        <dsp:cNvSpPr/>
      </dsp:nvSpPr>
      <dsp:spPr>
        <a:xfrm>
          <a:off x="3773875" y="3906257"/>
          <a:ext cx="2175474" cy="4963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Aptos"/>
              <a:ea typeface="Aptos"/>
              <a:cs typeface="Aptos"/>
            </a:rPr>
            <a:t>FPDF</a:t>
          </a:r>
          <a:r>
            <a:rPr lang="en-US" sz="1600" b="0" kern="1200" dirty="0">
              <a:latin typeface="Aptos"/>
              <a:ea typeface="Aptos"/>
              <a:cs typeface="Aptos"/>
            </a:rPr>
            <a:t>: used to generate student marksheet PDF files</a:t>
          </a:r>
          <a:endParaRPr lang="en-IN" sz="1600" kern="1200" dirty="0"/>
        </a:p>
      </dsp:txBody>
      <dsp:txXfrm>
        <a:off x="3773875" y="3906257"/>
        <a:ext cx="2175474" cy="496318"/>
      </dsp:txXfrm>
    </dsp:sp>
    <dsp:sp modelId="{9CEC33A9-90C7-4B13-BFFC-6854DFD023B6}">
      <dsp:nvSpPr>
        <dsp:cNvPr id="0" name=""/>
        <dsp:cNvSpPr/>
      </dsp:nvSpPr>
      <dsp:spPr>
        <a:xfrm>
          <a:off x="1013420" y="3015936"/>
          <a:ext cx="2175474" cy="1498901"/>
        </a:xfrm>
        <a:prstGeom prst="roundRect">
          <a:avLst/>
        </a:prstGeom>
        <a:blipFill>
          <a:blip xmlns:r="http://schemas.openxmlformats.org/officeDocument/2006/relationships" r:embed="rId4"/>
          <a:srcRect/>
          <a:stretch>
            <a:fillRect t="-23000" b="-23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F0529D-A52A-4ED2-BB2F-0C0B3FF7C128}">
      <dsp:nvSpPr>
        <dsp:cNvPr id="0" name=""/>
        <dsp:cNvSpPr/>
      </dsp:nvSpPr>
      <dsp:spPr>
        <a:xfrm>
          <a:off x="3966714" y="1899881"/>
          <a:ext cx="2175474" cy="807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 err="1">
              <a:solidFill>
                <a:schemeClr val="tx1">
                  <a:lumMod val="95000"/>
                  <a:lumOff val="5000"/>
                </a:schemeClr>
              </a:solidFill>
              <a:latin typeface="Aptos"/>
              <a:ea typeface="Aptos"/>
              <a:cs typeface="Aptos"/>
            </a:rPr>
            <a:t>Tkinter</a:t>
          </a:r>
          <a:r>
            <a:rPr lang="en-US" sz="1000" b="0" kern="1200" dirty="0">
              <a:solidFill>
                <a:schemeClr val="tx1">
                  <a:lumMod val="95000"/>
                  <a:lumOff val="5000"/>
                </a:schemeClr>
              </a:solidFill>
              <a:latin typeface="Aptos"/>
              <a:ea typeface="Aptos"/>
              <a:cs typeface="Aptos"/>
            </a:rPr>
            <a:t> </a:t>
          </a:r>
          <a:r>
            <a:rPr lang="en-US" sz="1000" b="0" kern="1200" dirty="0">
              <a:solidFill>
                <a:srgbClr val="132238"/>
              </a:solidFill>
              <a:latin typeface="Aptos"/>
              <a:ea typeface="Aptos"/>
              <a:cs typeface="Aptos"/>
            </a:rPr>
            <a:t>  </a:t>
          </a:r>
          <a:r>
            <a:rPr lang="en-US" sz="1600" b="0" kern="1200" dirty="0">
              <a:solidFill>
                <a:srgbClr val="132238"/>
              </a:solidFill>
              <a:latin typeface="Aptos"/>
              <a:ea typeface="Aptos"/>
              <a:cs typeface="Aptos"/>
            </a:rPr>
            <a:t>: used to build the desktop graphical user interface</a:t>
          </a:r>
          <a:r>
            <a:rPr lang="en-US" sz="1000" b="0" kern="1200" dirty="0">
              <a:solidFill>
                <a:srgbClr val="132238"/>
              </a:solidFill>
              <a:latin typeface="Aptos"/>
              <a:ea typeface="Aptos"/>
              <a:cs typeface="Aptos"/>
            </a:rPr>
            <a:t>.</a:t>
          </a:r>
          <a:endParaRPr lang="en-IN" sz="1000" kern="1200" dirty="0"/>
        </a:p>
      </dsp:txBody>
      <dsp:txXfrm>
        <a:off x="3966714" y="1899881"/>
        <a:ext cx="2175474" cy="8071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8E1939-8464-4517-8FD9-AB08CCEF22C5}">
      <dsp:nvSpPr>
        <dsp:cNvPr id="0" name=""/>
        <dsp:cNvSpPr/>
      </dsp:nvSpPr>
      <dsp:spPr>
        <a:xfrm>
          <a:off x="6199772" y="2745040"/>
          <a:ext cx="2982119" cy="156197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b="1" kern="1200" dirty="0">
              <a:solidFill>
                <a:srgbClr val="132238"/>
              </a:solidFill>
              <a:latin typeface="Aptos"/>
              <a:ea typeface="Aptos"/>
              <a:cs typeface="Aptos"/>
            </a:rPr>
            <a:t>Pass/Fail Status</a:t>
          </a:r>
          <a:endParaRPr lang="en-IN" sz="18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kern="1200" dirty="0">
              <a:solidFill>
                <a:srgbClr val="5B667A"/>
              </a:solidFill>
              <a:latin typeface="Aptos"/>
              <a:ea typeface="Aptos"/>
              <a:cs typeface="Aptos"/>
            </a:rPr>
            <a:t>35% threshold with overall percentage.</a:t>
          </a:r>
          <a:endParaRPr lang="en-IN" sz="1200" kern="1200" dirty="0"/>
        </a:p>
      </dsp:txBody>
      <dsp:txXfrm>
        <a:off x="7128720" y="3169847"/>
        <a:ext cx="2018859" cy="1102860"/>
      </dsp:txXfrm>
    </dsp:sp>
    <dsp:sp modelId="{40F008A7-F9C0-4556-B749-04CF3D909B1A}">
      <dsp:nvSpPr>
        <dsp:cNvPr id="0" name=""/>
        <dsp:cNvSpPr/>
      </dsp:nvSpPr>
      <dsp:spPr>
        <a:xfrm>
          <a:off x="1872309" y="2561366"/>
          <a:ext cx="2544058" cy="16166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b="1" kern="1200" dirty="0">
              <a:solidFill>
                <a:srgbClr val="132238"/>
              </a:solidFill>
              <a:latin typeface="Aptos"/>
              <a:ea typeface="Aptos"/>
              <a:cs typeface="Aptos"/>
            </a:rPr>
            <a:t>Result Management</a:t>
          </a:r>
          <a:endParaRPr lang="en-IN" sz="18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kern="1200" dirty="0">
              <a:solidFill>
                <a:srgbClr val="5B667A"/>
              </a:solidFill>
              <a:latin typeface="Aptos"/>
              <a:ea typeface="Aptos"/>
              <a:cs typeface="Aptos"/>
            </a:rPr>
            <a:t>Store marks subject-wise with total marks.</a:t>
          </a:r>
          <a:endParaRPr lang="en-IN" sz="1200" kern="1200" dirty="0"/>
        </a:p>
      </dsp:txBody>
      <dsp:txXfrm>
        <a:off x="1907821" y="3001030"/>
        <a:ext cx="1709816" cy="1141430"/>
      </dsp:txXfrm>
    </dsp:sp>
    <dsp:sp modelId="{517F780B-F635-4C6F-BE24-EB06EF66305D}">
      <dsp:nvSpPr>
        <dsp:cNvPr id="0" name=""/>
        <dsp:cNvSpPr/>
      </dsp:nvSpPr>
      <dsp:spPr>
        <a:xfrm>
          <a:off x="6375461" y="-27814"/>
          <a:ext cx="2578385" cy="13854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b="1" kern="1200" dirty="0">
              <a:solidFill>
                <a:srgbClr val="132238"/>
              </a:solidFill>
              <a:latin typeface="Aptos"/>
              <a:ea typeface="Aptos"/>
              <a:cs typeface="Aptos"/>
            </a:rPr>
            <a:t>Student Management</a:t>
          </a:r>
          <a:endParaRPr lang="en-IN" sz="18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kern="1200" dirty="0">
              <a:solidFill>
                <a:srgbClr val="5B667A"/>
              </a:solidFill>
              <a:latin typeface="Aptos"/>
              <a:ea typeface="Aptos"/>
              <a:cs typeface="Aptos"/>
            </a:rPr>
            <a:t>Add, update, delete, and search student records.</a:t>
          </a:r>
          <a:endParaRPr lang="en-IN" sz="1100" kern="1200" dirty="0"/>
        </a:p>
      </dsp:txBody>
      <dsp:txXfrm>
        <a:off x="7179409" y="2619"/>
        <a:ext cx="1744003" cy="978208"/>
      </dsp:txXfrm>
    </dsp:sp>
    <dsp:sp modelId="{9843E953-5E2F-4F7A-BD26-4DBA05AAF067}">
      <dsp:nvSpPr>
        <dsp:cNvPr id="0" name=""/>
        <dsp:cNvSpPr/>
      </dsp:nvSpPr>
      <dsp:spPr>
        <a:xfrm>
          <a:off x="2562723" y="-27814"/>
          <a:ext cx="2138762" cy="13854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b="1" kern="1200" dirty="0">
              <a:latin typeface="Aptos"/>
              <a:ea typeface="Aptos"/>
              <a:cs typeface="Aptos"/>
            </a:rPr>
            <a:t>Role-Based Login</a:t>
          </a:r>
          <a:endParaRPr lang="en-IN" sz="16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kern="1200" dirty="0">
              <a:solidFill>
                <a:srgbClr val="5B667A"/>
              </a:solidFill>
              <a:latin typeface="Aptos"/>
              <a:ea typeface="Aptos"/>
              <a:cs typeface="Aptos"/>
            </a:rPr>
            <a:t>Separate teacher and student access.</a:t>
          </a:r>
        </a:p>
      </dsp:txBody>
      <dsp:txXfrm>
        <a:off x="2593156" y="2619"/>
        <a:ext cx="1436267" cy="978208"/>
      </dsp:txXfrm>
    </dsp:sp>
    <dsp:sp modelId="{21E78F9A-AD17-4F1C-B3FD-C5278B8B5A22}">
      <dsp:nvSpPr>
        <dsp:cNvPr id="0" name=""/>
        <dsp:cNvSpPr/>
      </dsp:nvSpPr>
      <dsp:spPr>
        <a:xfrm>
          <a:off x="3568440" y="276759"/>
          <a:ext cx="1874664" cy="1874664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solidFill>
                <a:srgbClr val="132238"/>
              </a:solidFill>
              <a:latin typeface="Aptos"/>
              <a:ea typeface="Aptos"/>
              <a:cs typeface="Aptos"/>
            </a:rPr>
            <a:t>Login Recovery Search</a:t>
          </a:r>
          <a:endParaRPr lang="en-IN" sz="1400" kern="1200" dirty="0"/>
        </a:p>
      </dsp:txBody>
      <dsp:txXfrm>
        <a:off x="4117516" y="825835"/>
        <a:ext cx="1325588" cy="1325588"/>
      </dsp:txXfrm>
    </dsp:sp>
    <dsp:sp modelId="{BE6F8520-46FF-410D-8BCD-F10A285276FC}">
      <dsp:nvSpPr>
        <dsp:cNvPr id="0" name=""/>
        <dsp:cNvSpPr/>
      </dsp:nvSpPr>
      <dsp:spPr>
        <a:xfrm rot="5400000">
          <a:off x="5529694" y="276759"/>
          <a:ext cx="1874664" cy="1874664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solidFill>
                <a:srgbClr val="132238"/>
              </a:solidFill>
              <a:latin typeface="Aptos"/>
              <a:ea typeface="Aptos"/>
              <a:cs typeface="Aptos"/>
            </a:rPr>
            <a:t>PDF Marksheet</a:t>
          </a:r>
          <a:endParaRPr lang="en-IN" sz="1400" kern="1200" dirty="0"/>
        </a:p>
      </dsp:txBody>
      <dsp:txXfrm rot="-5400000">
        <a:off x="5529694" y="825835"/>
        <a:ext cx="1325588" cy="1325588"/>
      </dsp:txXfrm>
    </dsp:sp>
    <dsp:sp modelId="{E7E6FE50-D268-4AD7-BBA5-25EB8E8F7AB5}">
      <dsp:nvSpPr>
        <dsp:cNvPr id="0" name=""/>
        <dsp:cNvSpPr/>
      </dsp:nvSpPr>
      <dsp:spPr>
        <a:xfrm rot="10800000">
          <a:off x="5529694" y="2238013"/>
          <a:ext cx="1874664" cy="1874664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solidFill>
                <a:srgbClr val="5B667A"/>
              </a:solidFill>
              <a:latin typeface="Aptos"/>
              <a:ea typeface="Aptos"/>
              <a:cs typeface="Aptos"/>
            </a:rPr>
            <a:t>Export a student result as a PDF file.</a:t>
          </a:r>
          <a:endParaRPr lang="en-IN" sz="1300" kern="1200" dirty="0"/>
        </a:p>
      </dsp:txBody>
      <dsp:txXfrm rot="10800000">
        <a:off x="5529694" y="2238013"/>
        <a:ext cx="1325588" cy="1325588"/>
      </dsp:txXfrm>
    </dsp:sp>
    <dsp:sp modelId="{5EFA1D23-6048-438D-91BD-02567C410CB7}">
      <dsp:nvSpPr>
        <dsp:cNvPr id="0" name=""/>
        <dsp:cNvSpPr/>
      </dsp:nvSpPr>
      <dsp:spPr>
        <a:xfrm rot="16200000">
          <a:off x="3568440" y="2238013"/>
          <a:ext cx="1874664" cy="1874664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b="1" kern="1200" dirty="0">
            <a:solidFill>
              <a:srgbClr val="5B667A"/>
            </a:solidFill>
            <a:latin typeface="Aptos"/>
            <a:ea typeface="Aptos"/>
            <a:cs typeface="Aptos"/>
          </a:endParaRP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solidFill>
                <a:srgbClr val="5B667A"/>
              </a:solidFill>
              <a:latin typeface="Aptos"/>
              <a:ea typeface="Aptos"/>
              <a:cs typeface="Aptos"/>
            </a:rPr>
            <a:t>Teacher can search login IDs by student name.</a:t>
          </a:r>
          <a:endParaRPr lang="en-IN" sz="1300" kern="1200" dirty="0"/>
        </a:p>
      </dsp:txBody>
      <dsp:txXfrm rot="5400000">
        <a:off x="4117516" y="2238013"/>
        <a:ext cx="1325588" cy="1325588"/>
      </dsp:txXfrm>
    </dsp:sp>
    <dsp:sp modelId="{EE1CD466-4638-47F6-A3DD-237B1AF775C9}">
      <dsp:nvSpPr>
        <dsp:cNvPr id="0" name=""/>
        <dsp:cNvSpPr/>
      </dsp:nvSpPr>
      <dsp:spPr>
        <a:xfrm>
          <a:off x="5162771" y="1805065"/>
          <a:ext cx="647257" cy="562832"/>
        </a:xfrm>
        <a:prstGeom prst="circularArrow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2EEA7038-3F0A-46A7-A915-4BCBC5A97164}">
      <dsp:nvSpPr>
        <dsp:cNvPr id="0" name=""/>
        <dsp:cNvSpPr/>
      </dsp:nvSpPr>
      <dsp:spPr>
        <a:xfrm rot="10800000">
          <a:off x="5162771" y="2021539"/>
          <a:ext cx="647257" cy="562832"/>
        </a:xfrm>
        <a:prstGeom prst="circularArrow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BD4573-58E7-4156-A133-2731F5F8D1A6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B0CF2-7F87-4E02-A248-870047730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981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B0CF2-7F87-4E02-A248-870047730F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133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6208894"/>
            <a:ext cx="12192000" cy="649106"/>
            <a:chOff x="0" y="6208894"/>
            <a:chExt cx="12192000" cy="649106"/>
          </a:xfrm>
        </p:grpSpPr>
        <p:sp>
          <p:nvSpPr>
            <p:cNvPr id="2" name="Rectangle 1"/>
            <p:cNvSpPr/>
            <p:nvPr/>
          </p:nvSpPr>
          <p:spPr>
            <a:xfrm>
              <a:off x="3048" y="6220178"/>
              <a:ext cx="12188952" cy="637822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0" y="6208894"/>
              <a:ext cx="12192000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Straight Connector 4"/>
          <p:cNvCxnSpPr/>
          <p:nvPr userDrawn="1"/>
        </p:nvCxnSpPr>
        <p:spPr>
          <a:xfrm flipV="1">
            <a:off x="3048" y="5937956"/>
            <a:ext cx="8241" cy="5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 flipV="1">
            <a:off x="3048" y="5937956"/>
            <a:ext cx="8241" cy="5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1D30-C0A0-4124-A783-34D9F15FA0FE}" type="datetime1">
              <a:rPr lang="en-US" smtClean="0"/>
              <a:t>5/6/2026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82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28077-7188-48C5-8679-2287FAC952E9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682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B740-6776-4EE9-99FD-96D592FA5A23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93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6BD99-6FFD-46C5-B5E2-43A34BDA2566}" type="datetime1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18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1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1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2678E-214C-4CF8-97C7-95015FB02960}" type="datetime1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188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660E0-FA77-4473-A859-74127B089143}" type="datetime1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814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8D7B8-9F07-4899-827D-5F3CFDDEB574}" type="datetime1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82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97C5C-1CD1-417D-A89C-14747F5222C7}" type="datetime1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926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10672179" y="5359769"/>
            <a:ext cx="207264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9EFBB-CFA1-4AA8-9123-F0B52DBD84FE}" type="datetime1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9624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D5871-AB0F-4B3D-8861-97E78CB7B47E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77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18406-4C3F-4F3E-80BD-A22568EA37EB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75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-29028" y="-7144"/>
            <a:ext cx="12240731" cy="6879658"/>
            <a:chOff x="0" y="-21658"/>
            <a:chExt cx="12240731" cy="6879658"/>
          </a:xfrm>
        </p:grpSpPr>
        <p:sp>
          <p:nvSpPr>
            <p:cNvPr id="26" name="Rectangle 25"/>
            <p:cNvSpPr/>
            <p:nvPr/>
          </p:nvSpPr>
          <p:spPr>
            <a:xfrm>
              <a:off x="31633" y="0"/>
              <a:ext cx="1218895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7" name="Group 26"/>
            <p:cNvGrpSpPr/>
            <p:nvPr/>
          </p:nvGrpSpPr>
          <p:grpSpPr>
            <a:xfrm>
              <a:off x="0" y="-21658"/>
              <a:ext cx="12240731" cy="1041400"/>
              <a:chOff x="-25356" y="-7144"/>
              <a:chExt cx="12240731" cy="1041400"/>
            </a:xfrm>
          </p:grpSpPr>
          <p:sp>
            <p:nvSpPr>
              <p:cNvPr id="28" name="Freeform 27"/>
              <p:cNvSpPr>
                <a:spLocks/>
              </p:cNvSpPr>
              <p:nvPr/>
            </p:nvSpPr>
            <p:spPr bwMode="auto">
              <a:xfrm>
                <a:off x="-12700" y="-7144"/>
                <a:ext cx="12217400" cy="1041400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6" y="2"/>
                  </a:cxn>
                  <a:cxn ang="0">
                    <a:pos x="2542" y="0"/>
                  </a:cxn>
                  <a:cxn ang="0">
                    <a:pos x="4374" y="367"/>
                  </a:cxn>
                  <a:cxn ang="0">
                    <a:pos x="5766" y="55"/>
                  </a:cxn>
                  <a:cxn ang="0">
                    <a:pos x="5772" y="213"/>
                  </a:cxn>
                  <a:cxn ang="0">
                    <a:pos x="4302" y="439"/>
                  </a:cxn>
                  <a:cxn ang="0">
                    <a:pos x="1488" y="201"/>
                  </a:cxn>
                  <a:cxn ang="0">
                    <a:pos x="0" y="656"/>
                  </a:cxn>
                  <a:cxn ang="0">
                    <a:pos x="6" y="2"/>
                  </a:cxn>
                </a:cxnLst>
                <a:rect l="0" t="0" r="0" b="0"/>
                <a:pathLst>
                  <a:path w="5772" h="656">
                    <a:moveTo>
                      <a:pt x="6" y="2"/>
                    </a:moveTo>
                    <a:lnTo>
                      <a:pt x="2542" y="0"/>
                    </a:lnTo>
                    <a:cubicBezTo>
                      <a:pt x="2746" y="101"/>
                      <a:pt x="3828" y="367"/>
                      <a:pt x="4374" y="367"/>
                    </a:cubicBezTo>
                    <a:cubicBezTo>
                      <a:pt x="4920" y="367"/>
                      <a:pt x="5526" y="152"/>
                      <a:pt x="5766" y="55"/>
                    </a:cubicBezTo>
                    <a:lnTo>
                      <a:pt x="5772" y="213"/>
                    </a:lnTo>
                    <a:cubicBezTo>
                      <a:pt x="5670" y="257"/>
                      <a:pt x="5016" y="441"/>
                      <a:pt x="4302" y="439"/>
                    </a:cubicBezTo>
                    <a:cubicBezTo>
                      <a:pt x="3588" y="437"/>
                      <a:pt x="2205" y="165"/>
                      <a:pt x="1488" y="201"/>
                    </a:cubicBezTo>
                    <a:cubicBezTo>
                      <a:pt x="750" y="209"/>
                      <a:pt x="270" y="482"/>
                      <a:pt x="0" y="656"/>
                    </a:cubicBezTo>
                    <a:lnTo>
                      <a:pt x="6" y="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shade val="50000"/>
                      <a:alpha val="45000"/>
                      <a:satMod val="120000"/>
                    </a:schemeClr>
                  </a:gs>
                  <a:gs pos="100000">
                    <a:schemeClr val="accent3">
                      <a:shade val="80000"/>
                      <a:alpha val="55000"/>
                      <a:satMod val="155000"/>
                    </a:schemeClr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anchor="t" compatLnSpc="1"/>
              <a:lstStyle/>
              <a:p>
                <a:pPr marL="0" algn="l" rtl="0" eaLnBrk="1" latinLnBrk="0" hangingPunct="1"/>
                <a:endParaRPr kumimoji="0" lang="en-US" sz="18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Freeform 28"/>
              <p:cNvSpPr>
                <a:spLocks/>
              </p:cNvSpPr>
              <p:nvPr/>
            </p:nvSpPr>
            <p:spPr bwMode="auto">
              <a:xfrm>
                <a:off x="5842000" y="-7144"/>
                <a:ext cx="6350000" cy="638175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0" y="0"/>
                  </a:cxn>
                  <a:cxn ang="0">
                    <a:pos x="1668" y="564"/>
                  </a:cxn>
                  <a:cxn ang="0">
                    <a:pos x="3000" y="186"/>
                  </a:cxn>
                  <a:cxn ang="0">
                    <a:pos x="3000" y="6"/>
                  </a:cxn>
                  <a:cxn ang="0">
                    <a:pos x="0" y="0"/>
                  </a:cxn>
                </a:cxnLst>
                <a:rect l="0" t="0" r="0" b="0"/>
                <a:pathLst>
                  <a:path w="3000" h="595">
                    <a:moveTo>
                      <a:pt x="0" y="0"/>
                    </a:moveTo>
                    <a:cubicBezTo>
                      <a:pt x="174" y="102"/>
                      <a:pt x="1168" y="533"/>
                      <a:pt x="1668" y="564"/>
                    </a:cubicBezTo>
                    <a:cubicBezTo>
                      <a:pt x="2168" y="595"/>
                      <a:pt x="2778" y="279"/>
                      <a:pt x="3000" y="186"/>
                    </a:cubicBezTo>
                    <a:lnTo>
                      <a:pt x="3000" y="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>
                      <a:shade val="50000"/>
                      <a:alpha val="30000"/>
                      <a:satMod val="130000"/>
                    </a:schemeClr>
                  </a:gs>
                  <a:gs pos="80000">
                    <a:schemeClr val="accent2">
                      <a:shade val="75000"/>
                      <a:alpha val="45000"/>
                      <a:satMod val="140000"/>
                    </a:schemeClr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anchor="t" compatLnSpc="1"/>
              <a:lstStyle/>
              <a:p>
                <a:pPr marL="0" algn="l" rtl="0" eaLnBrk="1" latinLnBrk="0" hangingPunct="1"/>
                <a:endParaRPr kumimoji="0" lang="en-US" sz="18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31" name="Group 30"/>
              <p:cNvGrpSpPr/>
              <p:nvPr/>
            </p:nvGrpSpPr>
            <p:grpSpPr>
              <a:xfrm>
                <a:off x="-25356" y="202408"/>
                <a:ext cx="12240731" cy="649224"/>
                <a:chOff x="-19045" y="216550"/>
                <a:chExt cx="9180548" cy="649224"/>
              </a:xfrm>
            </p:grpSpPr>
            <p:sp>
              <p:nvSpPr>
                <p:cNvPr id="32" name="Freeform 31"/>
                <p:cNvSpPr>
                  <a:spLocks/>
                </p:cNvSpPr>
                <p:nvPr/>
              </p:nvSpPr>
              <p:spPr bwMode="auto">
                <a:xfrm rot="21435692">
                  <a:off x="-19045" y="216550"/>
                  <a:ext cx="9163050" cy="649224"/>
                </a:xfrm>
                <a:custGeom>
                  <a:avLst>
                    <a:gd name="A1" fmla="val 0"/>
                    <a:gd name="A2" fmla="val 0"/>
                    <a:gd name="A3" fmla="val 0"/>
                    <a:gd name="A4" fmla="val 0"/>
                    <a:gd name="A5" fmla="val 0"/>
                    <a:gd name="A6" fmla="val 0"/>
                    <a:gd name="A7" fmla="val 0"/>
                    <a:gd name="A8" fmla="val 0"/>
                  </a:avLst>
                  <a:gdLst/>
                  <a:ahLst/>
                  <a:cxnLst>
                    <a:cxn ang="0">
                      <a:pos x="0" y="966"/>
                    </a:cxn>
                    <a:cxn ang="0">
                      <a:pos x="1608" y="282"/>
                    </a:cxn>
                    <a:cxn ang="0">
                      <a:pos x="4110" y="1008"/>
                    </a:cxn>
                    <a:cxn ang="0">
                      <a:pos x="5772" y="0"/>
                    </a:cxn>
                  </a:cxnLst>
                  <a:rect l="0" t="0" r="0" b="0"/>
                  <a:pathLst>
                    <a:path w="5772" h="1055">
                      <a:moveTo>
                        <a:pt x="0" y="966"/>
                      </a:moveTo>
                      <a:cubicBezTo>
                        <a:pt x="282" y="738"/>
                        <a:pt x="923" y="275"/>
                        <a:pt x="1608" y="282"/>
                      </a:cubicBezTo>
                      <a:cubicBezTo>
                        <a:pt x="2293" y="289"/>
                        <a:pt x="3416" y="1055"/>
                        <a:pt x="4110" y="1008"/>
                      </a:cubicBezTo>
                      <a:cubicBezTo>
                        <a:pt x="4804" y="961"/>
                        <a:pt x="5426" y="210"/>
                        <a:pt x="5772" y="0"/>
                      </a:cubicBezTo>
                    </a:path>
                  </a:pathLst>
                </a:custGeom>
                <a:noFill/>
                <a:ln w="10795" cap="flat" cmpd="sng" algn="ctr">
                  <a:gradFill>
                    <a:gsLst>
                      <a:gs pos="74000">
                        <a:schemeClr val="accent3">
                          <a:shade val="75000"/>
                        </a:schemeClr>
                      </a:gs>
                      <a:gs pos="86000">
                        <a:schemeClr val="tx1">
                          <a:alpha val="29000"/>
                        </a:schemeClr>
                      </a:gs>
                      <a:gs pos="16000">
                        <a:schemeClr val="accent2">
                          <a:shade val="75000"/>
                          <a:alpha val="56000"/>
                        </a:schemeClr>
                      </a:gs>
                    </a:gsLst>
                    <a:lin ang="5400000" scaled="1"/>
                  </a:gra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kumimoji="0" lang="en-US" sz="1800"/>
                </a:p>
              </p:txBody>
            </p:sp>
            <p:sp>
              <p:nvSpPr>
                <p:cNvPr id="33" name="Freeform 32"/>
                <p:cNvSpPr>
                  <a:spLocks/>
                </p:cNvSpPr>
                <p:nvPr/>
              </p:nvSpPr>
              <p:spPr bwMode="auto">
                <a:xfrm rot="21435692">
                  <a:off x="-14309" y="290003"/>
                  <a:ext cx="9175812" cy="530352"/>
                </a:xfrm>
                <a:custGeom>
                  <a:avLst>
                    <a:gd name="A1" fmla="val 0"/>
                    <a:gd name="A2" fmla="val 0"/>
                    <a:gd name="A3" fmla="val 0"/>
                    <a:gd name="A4" fmla="val 0"/>
                    <a:gd name="A5" fmla="val 0"/>
                    <a:gd name="A6" fmla="val 0"/>
                    <a:gd name="A7" fmla="val 0"/>
                    <a:gd name="A8" fmla="val 0"/>
                  </a:avLst>
                  <a:gdLst/>
                  <a:ahLst/>
                  <a:cxnLst>
                    <a:cxn ang="0">
                      <a:pos x="0" y="732"/>
                    </a:cxn>
                    <a:cxn ang="0">
                      <a:pos x="1638" y="228"/>
                    </a:cxn>
                    <a:cxn ang="0">
                      <a:pos x="4122" y="816"/>
                    </a:cxn>
                    <a:cxn ang="0">
                      <a:pos x="5766" y="0"/>
                    </a:cxn>
                  </a:cxnLst>
                  <a:rect l="0" t="0" r="0" b="0"/>
                  <a:pathLst>
                    <a:path w="5766" h="854">
                      <a:moveTo>
                        <a:pt x="0" y="732"/>
                      </a:moveTo>
                      <a:cubicBezTo>
                        <a:pt x="273" y="647"/>
                        <a:pt x="951" y="214"/>
                        <a:pt x="1638" y="228"/>
                      </a:cubicBezTo>
                      <a:cubicBezTo>
                        <a:pt x="2325" y="242"/>
                        <a:pt x="3434" y="854"/>
                        <a:pt x="4122" y="816"/>
                      </a:cubicBezTo>
                      <a:cubicBezTo>
                        <a:pt x="4810" y="778"/>
                        <a:pt x="5424" y="170"/>
                        <a:pt x="5766" y="0"/>
                      </a:cubicBezTo>
                    </a:path>
                  </a:pathLst>
                </a:custGeom>
                <a:noFill/>
                <a:ln w="9525" cap="flat" cmpd="sng" algn="ctr">
                  <a:gradFill>
                    <a:gsLst>
                      <a:gs pos="74000">
                        <a:schemeClr val="accent4"/>
                      </a:gs>
                      <a:gs pos="44000">
                        <a:schemeClr val="accent1"/>
                      </a:gs>
                      <a:gs pos="33000">
                        <a:schemeClr val="accent2">
                          <a:alpha val="56000"/>
                        </a:schemeClr>
                      </a:gs>
                    </a:gsLst>
                    <a:lin ang="5400000" scaled="1"/>
                  </a:gra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kumimoji="0" lang="en-US" sz="1800"/>
                </a:p>
              </p:txBody>
            </p:sp>
          </p:grpSp>
        </p:grpSp>
      </p:grp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100">
                <a:solidFill>
                  <a:schemeClr val="tx1"/>
                </a:solidFill>
              </a:defRPr>
            </a:lvl1pPr>
          </a:lstStyle>
          <a:p>
            <a:fld id="{61146459-E3C3-4969-9224-5ED50B492D17}" type="datetime1">
              <a:rPr lang="en-US" smtClean="0"/>
              <a:pPr/>
              <a:t>5/6/2026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1"/>
                </a:solidFill>
              </a:defRPr>
            </a:lvl1pPr>
          </a:lstStyle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85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>
            <a:lumMod val="50000"/>
          </a:schemeClr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>
            <a:lumMod val="50000"/>
          </a:schemeClr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>
            <a:lumMod val="50000"/>
          </a:schemeClr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>
            <a:lumMod val="50000"/>
          </a:schemeClr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>
            <a:lumMod val="75000"/>
          </a:schemeClr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>
            <a:lumMod val="50000"/>
          </a:schemeClr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>
            <a:lumMod val="75000"/>
          </a:schemeClr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0" algn="l" rtl="0" eaLnBrk="1" latinLnBrk="0" hangingPunct="1">
        <a:spcBef>
          <a:spcPct val="20000"/>
        </a:spcBef>
        <a:buClr>
          <a:schemeClr val="tx2"/>
        </a:buClr>
        <a:buFontTx/>
        <a:buNone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cpedia.org/chalkboard/t/thank-you.html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ixabay.com/en/hand-leave-pen-paper-thank-you-226358/" TargetMode="External"/><Relationship Id="rId5" Type="http://schemas.openxmlformats.org/officeDocument/2006/relationships/image" Target="../media/image11.jpg"/><Relationship Id="rId4" Type="http://schemas.openxmlformats.org/officeDocument/2006/relationships/hyperlink" Target="https://creativecommons.org/licenses/by-sa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457815" y="5194112"/>
            <a:ext cx="10472928" cy="1752600"/>
          </a:xfrm>
        </p:spPr>
        <p:txBody>
          <a:bodyPr/>
          <a:lstStyle/>
          <a:p>
            <a:r>
              <a:rPr lang="en-US" dirty="0"/>
              <a:t>Presenting by:</a:t>
            </a:r>
          </a:p>
          <a:p>
            <a:r>
              <a:rPr lang="en-US" dirty="0"/>
              <a:t> Lavanya Singh</a:t>
            </a:r>
          </a:p>
          <a:p>
            <a:endParaRPr lang="en-US" dirty="0"/>
          </a:p>
        </p:txBody>
      </p:sp>
      <p:sp>
        <p:nvSpPr>
          <p:cNvPr id="6" name="Scroll: Horizontal 5">
            <a:extLst>
              <a:ext uri="{FF2B5EF4-FFF2-40B4-BE49-F238E27FC236}">
                <a16:creationId xmlns:a16="http://schemas.microsoft.com/office/drawing/2014/main" id="{74114801-383E-E3FC-D7E9-9B1E8122460C}"/>
              </a:ext>
            </a:extLst>
          </p:cNvPr>
          <p:cNvSpPr/>
          <p:nvPr/>
        </p:nvSpPr>
        <p:spPr>
          <a:xfrm>
            <a:off x="1296955" y="787588"/>
            <a:ext cx="8836090" cy="3653783"/>
          </a:xfrm>
          <a:prstGeom prst="horizontalScroll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600" dirty="0"/>
              <a:t>The School Result Management System</a:t>
            </a:r>
            <a:endParaRPr lang="en-IN" sz="6600" dirty="0"/>
          </a:p>
        </p:txBody>
      </p:sp>
    </p:spTree>
    <p:extLst>
      <p:ext uri="{BB962C8B-B14F-4D97-AF65-F5344CB8AC3E}">
        <p14:creationId xmlns:p14="http://schemas.microsoft.com/office/powerpoint/2010/main" val="354962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Folded Corner 7">
            <a:extLst>
              <a:ext uri="{FF2B5EF4-FFF2-40B4-BE49-F238E27FC236}">
                <a16:creationId xmlns:a16="http://schemas.microsoft.com/office/drawing/2014/main" id="{458457D6-2F73-0782-B32C-CC219B15006B}"/>
              </a:ext>
            </a:extLst>
          </p:cNvPr>
          <p:cNvSpPr/>
          <p:nvPr/>
        </p:nvSpPr>
        <p:spPr>
          <a:xfrm>
            <a:off x="2248676" y="1819096"/>
            <a:ext cx="7455159" cy="5038904"/>
          </a:xfrm>
          <a:prstGeom prst="foldedCorner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3600" dirty="0"/>
          </a:p>
          <a:p>
            <a:r>
              <a:rPr lang="en-US" sz="3600" dirty="0"/>
              <a:t>The School Result Management System is a software application.</a:t>
            </a:r>
          </a:p>
          <a:p>
            <a:endParaRPr lang="en-US" sz="3600" dirty="0"/>
          </a:p>
          <a:p>
            <a:r>
              <a:rPr lang="en-US" sz="3600" dirty="0"/>
              <a:t>It helps manage student records and results digitally.</a:t>
            </a:r>
          </a:p>
          <a:p>
            <a:endParaRPr lang="en-IN" sz="3600" dirty="0"/>
          </a:p>
          <a:p>
            <a:r>
              <a:rPr lang="en-IN" sz="3600" dirty="0"/>
              <a:t>Replaces manual record-keeping system.</a:t>
            </a:r>
            <a:endParaRPr lang="en-US" sz="36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930B1A9-A5EF-8603-450D-67031E10A53F}"/>
              </a:ext>
            </a:extLst>
          </p:cNvPr>
          <p:cNvSpPr/>
          <p:nvPr/>
        </p:nvSpPr>
        <p:spPr>
          <a:xfrm>
            <a:off x="2248676" y="251553"/>
            <a:ext cx="6820678" cy="122231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Introduction</a:t>
            </a:r>
            <a:endParaRPr lang="en-IN" sz="8800" dirty="0"/>
          </a:p>
        </p:txBody>
      </p:sp>
    </p:spTree>
    <p:extLst>
      <p:ext uri="{BB962C8B-B14F-4D97-AF65-F5344CB8AC3E}">
        <p14:creationId xmlns:p14="http://schemas.microsoft.com/office/powerpoint/2010/main" val="150891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4">
                <a:lumMod val="67000"/>
              </a:schemeClr>
            </a:gs>
            <a:gs pos="48000">
              <a:schemeClr val="accent4">
                <a:lumMod val="97000"/>
                <a:lumOff val="3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D86B5A4D-C9AE-3F06-B39F-275B629F8946}"/>
              </a:ext>
            </a:extLst>
          </p:cNvPr>
          <p:cNvSpPr/>
          <p:nvPr/>
        </p:nvSpPr>
        <p:spPr>
          <a:xfrm>
            <a:off x="1726163" y="1950098"/>
            <a:ext cx="7959012" cy="4814596"/>
          </a:xfrm>
          <a:prstGeom prst="foldedCorner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600" dirty="0"/>
              <a:t>To automate result management.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11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latin typeface="Arial" panose="020B0604020202020204" pitchFamily="34" charset="0"/>
              </a:rPr>
              <a:t>To reduce manual calculation errors.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050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600" dirty="0"/>
              <a:t>To store student data securely.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05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600" dirty="0"/>
              <a:t>To generate reports easily.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105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600" dirty="0"/>
              <a:t>To provide role-based access (Teacher &amp; Student).</a:t>
            </a:r>
            <a:endParaRPr lang="en-US" altLang="en-US" sz="3600" dirty="0">
              <a:latin typeface="Arial" panose="020B0604020202020204" pitchFamily="34" charset="0"/>
            </a:endParaRPr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FEF8385B-21A1-E7B7-809D-1371BC3D96A7}"/>
              </a:ext>
            </a:extLst>
          </p:cNvPr>
          <p:cNvSpPr/>
          <p:nvPr/>
        </p:nvSpPr>
        <p:spPr>
          <a:xfrm>
            <a:off x="3893975" y="699796"/>
            <a:ext cx="4404049" cy="1063316"/>
          </a:xfrm>
          <a:prstGeom prst="flowChartAlternateProcess">
            <a:avLst/>
          </a:prstGeom>
        </p:spPr>
        <p:style>
          <a:lnRef idx="1">
            <a:schemeClr val="accent3"/>
          </a:lnRef>
          <a:fillRef idx="1002">
            <a:schemeClr val="lt2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000" b="1" dirty="0">
                <a:solidFill>
                  <a:schemeClr val="tx1"/>
                </a:solidFill>
              </a:rPr>
              <a:t>Purpose</a:t>
            </a:r>
            <a:endParaRPr lang="en-IN" sz="8000" dirty="0"/>
          </a:p>
        </p:txBody>
      </p:sp>
    </p:spTree>
    <p:extLst>
      <p:ext uri="{BB962C8B-B14F-4D97-AF65-F5344CB8AC3E}">
        <p14:creationId xmlns:p14="http://schemas.microsoft.com/office/powerpoint/2010/main" val="3339554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80069A-4281-3627-F134-9568DE6EA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croll: Horizontal 7">
            <a:extLst>
              <a:ext uri="{FF2B5EF4-FFF2-40B4-BE49-F238E27FC236}">
                <a16:creationId xmlns:a16="http://schemas.microsoft.com/office/drawing/2014/main" id="{9F2372C6-A725-0175-DB1A-AD339B958DE0}"/>
              </a:ext>
            </a:extLst>
          </p:cNvPr>
          <p:cNvSpPr/>
          <p:nvPr/>
        </p:nvSpPr>
        <p:spPr>
          <a:xfrm>
            <a:off x="1130710" y="117987"/>
            <a:ext cx="8229600" cy="1573161"/>
          </a:xfrm>
          <a:prstGeom prst="horizontalScroll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8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Why I Built  This </a:t>
            </a:r>
            <a:endParaRPr lang="en-IN" sz="8000" dirty="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EE19E7DE-751D-31F2-8938-0E68D02CE5BE}"/>
              </a:ext>
            </a:extLst>
          </p:cNvPr>
          <p:cNvSpPr/>
          <p:nvPr/>
        </p:nvSpPr>
        <p:spPr>
          <a:xfrm>
            <a:off x="968478" y="1691148"/>
            <a:ext cx="4277032" cy="5048865"/>
          </a:xfrm>
          <a:prstGeom prst="verticalScroll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en-US" sz="2400" b="1" dirty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lvl="0"/>
            <a:endParaRPr lang="en-US" sz="2400" b="1" dirty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lvl="0"/>
            <a:endParaRPr lang="en-US" sz="2400" b="1" dirty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lvl="0"/>
            <a:endParaRPr lang="en-US" sz="2400" b="1" dirty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lvl="0"/>
            <a:endParaRPr lang="en-US" sz="2400" b="1" dirty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lvl="0"/>
            <a:endParaRPr lang="en-US" sz="2400" b="1" dirty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lvl="0"/>
            <a:endParaRPr lang="en-US" sz="2400" b="1" dirty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lvl="0"/>
            <a:endParaRPr lang="en-US" sz="2400" b="1" dirty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lvl="0"/>
            <a:endParaRPr lang="en-US" sz="2400" b="1" dirty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lvl="0"/>
            <a:endParaRPr lang="en-US" sz="2400" b="1" dirty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lvl="0"/>
            <a:r>
              <a:rPr lang="en-US" sz="2400" b="1"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THE   PROBLEM</a:t>
            </a:r>
          </a:p>
          <a:p>
            <a:pPr lvl="0"/>
            <a:r>
              <a:rPr lang="en-US" sz="2000" dirty="0"/>
              <a:t>Schools still use paper registers or Excel sheets to store results. It's slow, messy, and anyone can edit anything</a:t>
            </a:r>
          </a:p>
          <a:p>
            <a:pPr lvl="0"/>
            <a:endParaRPr lang="en-US" dirty="0"/>
          </a:p>
          <a:p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</a:rPr>
              <a:t>NO SECURITY </a:t>
            </a:r>
            <a:endParaRPr lang="en-US" sz="2000" dirty="0">
              <a:highlight>
                <a:srgbClr val="FFFF00"/>
              </a:highlight>
            </a:endParaRPr>
          </a:p>
          <a:p>
            <a:pPr lvl="0"/>
            <a:r>
              <a:rPr lang="en-US" sz="2400" dirty="0"/>
              <a:t>In Excel, a student can open the file and change marks. There’s no protection.</a:t>
            </a:r>
            <a:endParaRPr lang="en-IN" sz="2400" dirty="0"/>
          </a:p>
          <a:p>
            <a:pPr lvl="0"/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0"/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0"/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IN" dirty="0"/>
          </a:p>
        </p:txBody>
      </p:sp>
      <p:sp>
        <p:nvSpPr>
          <p:cNvPr id="10" name="Scroll: Vertical 9">
            <a:extLst>
              <a:ext uri="{FF2B5EF4-FFF2-40B4-BE49-F238E27FC236}">
                <a16:creationId xmlns:a16="http://schemas.microsoft.com/office/drawing/2014/main" id="{10B85AC6-68B0-2E96-DFCB-6594F7067A08}"/>
              </a:ext>
            </a:extLst>
          </p:cNvPr>
          <p:cNvSpPr/>
          <p:nvPr/>
        </p:nvSpPr>
        <p:spPr>
          <a:xfrm>
            <a:off x="7275871" y="1573160"/>
            <a:ext cx="4168878" cy="5284840"/>
          </a:xfrm>
          <a:prstGeom prst="verticalScroll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highlight>
                <a:srgbClr val="C0C0C0"/>
              </a:highlight>
            </a:endParaRPr>
          </a:p>
          <a:p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</a:rPr>
              <a:t>MY SOLUTION</a:t>
            </a:r>
          </a:p>
          <a:p>
            <a:endParaRPr lang="en-US" dirty="0"/>
          </a:p>
          <a:p>
            <a:pPr lvl="0"/>
            <a:r>
              <a:rPr lang="en-US" dirty="0"/>
              <a:t>A proper app with login system — teachers add results, students only see their own. Everything saved in a database.</a:t>
            </a:r>
          </a:p>
          <a:p>
            <a:pPr lvl="0"/>
            <a:endParaRPr lang="en-US" dirty="0"/>
          </a:p>
          <a:p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</a:rPr>
              <a:t>Login Protected</a:t>
            </a:r>
            <a:r>
              <a:rPr lang="en-US" b="1" dirty="0">
                <a:solidFill>
                  <a:schemeClr val="tx1"/>
                </a:solidFill>
              </a:rPr>
              <a:t> </a:t>
            </a:r>
          </a:p>
          <a:p>
            <a:endParaRPr lang="en-US" dirty="0"/>
          </a:p>
          <a:p>
            <a:r>
              <a:rPr lang="en-US" dirty="0"/>
              <a:t>Two separate logins – Teacher and Student. Students can’t edit anything, only view and download PDF.</a:t>
            </a:r>
            <a:endParaRPr lang="en-IN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413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4D982E-7BED-2970-9CE7-E93C4C22C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F997A827-0B5D-953E-55E9-3F9F386E55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2238785"/>
              </p:ext>
            </p:extLst>
          </p:nvPr>
        </p:nvGraphicFramePr>
        <p:xfrm>
          <a:off x="1285551" y="1567543"/>
          <a:ext cx="10107127" cy="47679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Scroll: Horizontal 8">
            <a:extLst>
              <a:ext uri="{FF2B5EF4-FFF2-40B4-BE49-F238E27FC236}">
                <a16:creationId xmlns:a16="http://schemas.microsoft.com/office/drawing/2014/main" id="{D1F01D1B-F5E7-4C48-1D5C-79324EB3A32D}"/>
              </a:ext>
            </a:extLst>
          </p:cNvPr>
          <p:cNvSpPr/>
          <p:nvPr/>
        </p:nvSpPr>
        <p:spPr>
          <a:xfrm>
            <a:off x="2174032" y="298579"/>
            <a:ext cx="5980922" cy="1268963"/>
          </a:xfrm>
          <a:prstGeom prst="horizontalScroll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5400" b="1" dirty="0">
                <a:solidFill>
                  <a:srgbClr val="132238"/>
                </a:solidFill>
                <a:latin typeface="Aptos"/>
                <a:ea typeface="Aptos"/>
                <a:cs typeface="Aptos"/>
              </a:rPr>
              <a:t>Technology Used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127922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lang="en-IN" sz="5400" b="1" dirty="0">
                <a:solidFill>
                  <a:srgbClr val="132238"/>
                </a:solidFill>
                <a:latin typeface="Aptos"/>
                <a:ea typeface="Aptos"/>
                <a:cs typeface="Aptos"/>
              </a:rPr>
              <a:t>Key Features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8882E47B-7B09-B192-2781-B752114787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3692746"/>
              </p:ext>
            </p:extLst>
          </p:nvPr>
        </p:nvGraphicFramePr>
        <p:xfrm>
          <a:off x="609600" y="1935163"/>
          <a:ext cx="10972800" cy="4389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Arrow: Down 10">
            <a:extLst>
              <a:ext uri="{FF2B5EF4-FFF2-40B4-BE49-F238E27FC236}">
                <a16:creationId xmlns:a16="http://schemas.microsoft.com/office/drawing/2014/main" id="{9D092CAB-749B-EBAB-6DA1-62C2B7DCD30A}"/>
              </a:ext>
            </a:extLst>
          </p:cNvPr>
          <p:cNvSpPr/>
          <p:nvPr/>
        </p:nvSpPr>
        <p:spPr>
          <a:xfrm>
            <a:off x="6634066" y="3749916"/>
            <a:ext cx="484632" cy="759927"/>
          </a:xfrm>
          <a:prstGeom prst="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DC123CEF-ECD6-0279-A6E7-F4FA1E57570F}"/>
              </a:ext>
            </a:extLst>
          </p:cNvPr>
          <p:cNvSpPr/>
          <p:nvPr/>
        </p:nvSpPr>
        <p:spPr>
          <a:xfrm>
            <a:off x="5169159" y="3749917"/>
            <a:ext cx="484632" cy="759927"/>
          </a:xfrm>
          <a:prstGeom prst="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453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20">
          <a:fgClr>
            <a:srgbClr val="00B0F0"/>
          </a:fgClr>
          <a:bgClr>
            <a:schemeClr val="accent4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979BBFB-7C66-916E-7E6C-2AFA97D37195}"/>
              </a:ext>
            </a:extLst>
          </p:cNvPr>
          <p:cNvSpPr/>
          <p:nvPr/>
        </p:nvSpPr>
        <p:spPr>
          <a:xfrm>
            <a:off x="410547" y="2360830"/>
            <a:ext cx="4124131" cy="235131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132238"/>
                </a:solidFill>
                <a:latin typeface="Aptos"/>
                <a:ea typeface="Aptos"/>
                <a:cs typeface="Aptos"/>
              </a:rPr>
              <a:t>Teacher Login</a:t>
            </a:r>
          </a:p>
          <a:p>
            <a:pPr algn="ctr"/>
            <a:endParaRPr lang="en-IN" sz="2400" b="1" dirty="0">
              <a:solidFill>
                <a:srgbClr val="132238"/>
              </a:solidFill>
              <a:latin typeface="Aptos"/>
              <a:ea typeface="Aptos"/>
              <a:cs typeface="Aptos"/>
            </a:endParaRPr>
          </a:p>
          <a:p>
            <a:pPr algn="ctr"/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Aptos"/>
                <a:cs typeface="Aptos"/>
              </a:rPr>
              <a:t>Teacher signs in and opens the dashboard.</a:t>
            </a:r>
          </a:p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AFD2813-2CB2-AF48-4E8F-244272BBE173}"/>
              </a:ext>
            </a:extLst>
          </p:cNvPr>
          <p:cNvSpPr/>
          <p:nvPr/>
        </p:nvSpPr>
        <p:spPr>
          <a:xfrm>
            <a:off x="4743062" y="2421479"/>
            <a:ext cx="4338735" cy="223001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4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Aptos"/>
                <a:cs typeface="Aptos"/>
              </a:rPr>
              <a:t>Courses, students, class, section, and enrollment are added.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AD1A07A-EEA5-B83C-8CE4-633262D46ABD}"/>
              </a:ext>
            </a:extLst>
          </p:cNvPr>
          <p:cNvSpPr/>
          <p:nvPr/>
        </p:nvSpPr>
        <p:spPr>
          <a:xfrm>
            <a:off x="9290181" y="2360831"/>
            <a:ext cx="2901819" cy="2230016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132238"/>
                </a:solidFill>
                <a:latin typeface="Aptos"/>
                <a:ea typeface="Aptos"/>
                <a:cs typeface="Aptos"/>
              </a:rPr>
              <a:t>Enter Marks</a:t>
            </a:r>
          </a:p>
          <a:p>
            <a:pPr algn="ctr"/>
            <a:endParaRPr lang="en-IN" sz="2400" b="1" dirty="0">
              <a:solidFill>
                <a:srgbClr val="132238"/>
              </a:solidFill>
              <a:latin typeface="Aptos"/>
              <a:ea typeface="Aptos"/>
              <a:cs typeface="Aptos"/>
            </a:endParaRPr>
          </a:p>
          <a:p>
            <a:pPr algn="ctr"/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Aptos"/>
                <a:cs typeface="Aptos"/>
              </a:rPr>
              <a:t>Subject-wise marks and full marks are saved.</a:t>
            </a:r>
          </a:p>
          <a:p>
            <a:pPr algn="ctr"/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8AE4FB5-3D81-E756-FB3A-E22364A0A1F6}"/>
              </a:ext>
            </a:extLst>
          </p:cNvPr>
          <p:cNvSpPr/>
          <p:nvPr/>
        </p:nvSpPr>
        <p:spPr>
          <a:xfrm>
            <a:off x="1757265" y="4908274"/>
            <a:ext cx="4338735" cy="185212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132238"/>
                </a:solidFill>
                <a:latin typeface="Aptos"/>
                <a:ea typeface="Aptos"/>
                <a:cs typeface="Aptos"/>
              </a:rPr>
              <a:t>View Result</a:t>
            </a:r>
          </a:p>
          <a:p>
            <a:pPr algn="ctr"/>
            <a:endParaRPr lang="en-IN" sz="2400" b="1" dirty="0">
              <a:solidFill>
                <a:srgbClr val="132238"/>
              </a:solidFill>
              <a:latin typeface="Aptos"/>
              <a:ea typeface="Aptos"/>
              <a:cs typeface="Aptos"/>
            </a:endParaRPr>
          </a:p>
          <a:p>
            <a:pPr algn="ctr"/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Aptos"/>
                <a:cs typeface="Aptos"/>
              </a:rPr>
              <a:t>Overall percentage and PASS/FAIL status are shown.</a:t>
            </a:r>
          </a:p>
          <a:p>
            <a:pPr algn="ctr"/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6F288E7-0F67-40B4-74F6-9C5AD6E1B6FB}"/>
              </a:ext>
            </a:extLst>
          </p:cNvPr>
          <p:cNvSpPr/>
          <p:nvPr/>
        </p:nvSpPr>
        <p:spPr>
          <a:xfrm>
            <a:off x="7324531" y="4908273"/>
            <a:ext cx="4152123" cy="1852127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132238"/>
                </a:solidFill>
                <a:latin typeface="Aptos"/>
                <a:ea typeface="Aptos"/>
                <a:cs typeface="Aptos"/>
              </a:rPr>
              <a:t>Student Access</a:t>
            </a:r>
          </a:p>
          <a:p>
            <a:pPr algn="ctr"/>
            <a:endParaRPr lang="en-IN" sz="2400" b="1" dirty="0">
              <a:solidFill>
                <a:srgbClr val="132238"/>
              </a:solidFill>
              <a:latin typeface="Aptos"/>
              <a:ea typeface="Aptos"/>
              <a:cs typeface="Aptos"/>
            </a:endParaRPr>
          </a:p>
          <a:p>
            <a:pPr algn="ctr"/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Aptos"/>
                <a:cs typeface="Aptos"/>
              </a:rPr>
              <a:t>Student can log in, view result, and export PDF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C152C2-E23F-2CF4-8374-3B0D0B6B9F4F}"/>
              </a:ext>
            </a:extLst>
          </p:cNvPr>
          <p:cNvSpPr txBox="1"/>
          <p:nvPr/>
        </p:nvSpPr>
        <p:spPr>
          <a:xfrm>
            <a:off x="5810061" y="2565546"/>
            <a:ext cx="1962140" cy="73866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132238"/>
                </a:solidFill>
                <a:latin typeface="Aptos"/>
                <a:ea typeface="Aptos"/>
                <a:cs typeface="Aptos"/>
              </a:rPr>
              <a:t>Add Records</a:t>
            </a:r>
          </a:p>
          <a:p>
            <a:endParaRPr lang="en-IN" dirty="0" err="1"/>
          </a:p>
        </p:txBody>
      </p:sp>
      <p:sp>
        <p:nvSpPr>
          <p:cNvPr id="2" name="Wave 1">
            <a:extLst>
              <a:ext uri="{FF2B5EF4-FFF2-40B4-BE49-F238E27FC236}">
                <a16:creationId xmlns:a16="http://schemas.microsoft.com/office/drawing/2014/main" id="{5B5429EE-123A-5378-36BC-94D5E12AB352}"/>
              </a:ext>
            </a:extLst>
          </p:cNvPr>
          <p:cNvSpPr/>
          <p:nvPr/>
        </p:nvSpPr>
        <p:spPr>
          <a:xfrm>
            <a:off x="2472612" y="746447"/>
            <a:ext cx="5570376" cy="1418253"/>
          </a:xfrm>
          <a:prstGeom prst="wav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solidFill>
                  <a:srgbClr val="132238"/>
                </a:solidFill>
                <a:latin typeface="Aptos"/>
                <a:ea typeface="Aptos"/>
                <a:cs typeface="Aptos"/>
              </a:rPr>
              <a:t>How It Works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2054880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059D37-3A26-D29E-60D9-02AB4D9B9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ve 1">
            <a:extLst>
              <a:ext uri="{FF2B5EF4-FFF2-40B4-BE49-F238E27FC236}">
                <a16:creationId xmlns:a16="http://schemas.microsoft.com/office/drawing/2014/main" id="{F1C1AF74-05E1-5C34-E1EC-4598710F226D}"/>
              </a:ext>
            </a:extLst>
          </p:cNvPr>
          <p:cNvSpPr/>
          <p:nvPr/>
        </p:nvSpPr>
        <p:spPr>
          <a:xfrm>
            <a:off x="1979643" y="152798"/>
            <a:ext cx="6260841" cy="1390263"/>
          </a:xfrm>
          <a:prstGeom prst="wav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b="1" dirty="0">
                <a:solidFill>
                  <a:srgbClr val="132238"/>
                </a:solidFill>
                <a:latin typeface="Aptos"/>
                <a:ea typeface="Aptos"/>
                <a:cs typeface="Aptos"/>
              </a:rPr>
              <a:t>Advantages</a:t>
            </a:r>
            <a:endParaRPr lang="en-IN" sz="8000" dirty="0"/>
          </a:p>
        </p:txBody>
      </p:sp>
      <p:sp>
        <p:nvSpPr>
          <p:cNvPr id="12" name="Scroll: Horizontal 11">
            <a:extLst>
              <a:ext uri="{FF2B5EF4-FFF2-40B4-BE49-F238E27FC236}">
                <a16:creationId xmlns:a16="http://schemas.microsoft.com/office/drawing/2014/main" id="{968FA936-4AB6-B941-13E6-9C4A3CD2A93E}"/>
              </a:ext>
            </a:extLst>
          </p:cNvPr>
          <p:cNvSpPr/>
          <p:nvPr/>
        </p:nvSpPr>
        <p:spPr>
          <a:xfrm>
            <a:off x="2094720" y="1652692"/>
            <a:ext cx="6145764" cy="1166324"/>
          </a:xfrm>
          <a:prstGeom prst="horizontalScroll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800" b="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lang="en-IN" b="1" dirty="0"/>
              <a:t>Saves time and effort.</a:t>
            </a:r>
            <a:endParaRPr lang="en-IN" b="1" dirty="0">
              <a:solidFill>
                <a:srgbClr val="13223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Scroll: Horizontal 16">
            <a:extLst>
              <a:ext uri="{FF2B5EF4-FFF2-40B4-BE49-F238E27FC236}">
                <a16:creationId xmlns:a16="http://schemas.microsoft.com/office/drawing/2014/main" id="{D2E9F926-BE29-F63E-AD12-63F9C083DABE}"/>
              </a:ext>
            </a:extLst>
          </p:cNvPr>
          <p:cNvSpPr/>
          <p:nvPr/>
        </p:nvSpPr>
        <p:spPr>
          <a:xfrm>
            <a:off x="2034074" y="2781890"/>
            <a:ext cx="6466114" cy="1166324"/>
          </a:xfrm>
          <a:prstGeom prst="horizontalScroll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800" b="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lang="en-IN" b="1" dirty="0"/>
              <a:t>Reduces manual errors</a:t>
            </a:r>
            <a:endParaRPr lang="en-IN" b="1" dirty="0">
              <a:solidFill>
                <a:srgbClr val="13223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Scroll: Horizontal 17">
            <a:extLst>
              <a:ext uri="{FF2B5EF4-FFF2-40B4-BE49-F238E27FC236}">
                <a16:creationId xmlns:a16="http://schemas.microsoft.com/office/drawing/2014/main" id="{D4522435-598F-F259-E0BE-065B885210CB}"/>
              </a:ext>
            </a:extLst>
          </p:cNvPr>
          <p:cNvSpPr/>
          <p:nvPr/>
        </p:nvSpPr>
        <p:spPr>
          <a:xfrm>
            <a:off x="2094720" y="3840332"/>
            <a:ext cx="6727371" cy="1063695"/>
          </a:xfrm>
          <a:prstGeom prst="horizontalScroll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lang="en-IN" b="1" dirty="0"/>
              <a:t>Easy data management</a:t>
            </a:r>
            <a:endParaRPr lang="en-IN" b="1" dirty="0">
              <a:solidFill>
                <a:srgbClr val="13223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Scroll: Horizontal 18">
            <a:extLst>
              <a:ext uri="{FF2B5EF4-FFF2-40B4-BE49-F238E27FC236}">
                <a16:creationId xmlns:a16="http://schemas.microsoft.com/office/drawing/2014/main" id="{E1321CAF-6D89-8F7B-CF43-92C589C52FC4}"/>
              </a:ext>
            </a:extLst>
          </p:cNvPr>
          <p:cNvSpPr/>
          <p:nvPr/>
        </p:nvSpPr>
        <p:spPr>
          <a:xfrm>
            <a:off x="2027074" y="4996990"/>
            <a:ext cx="6727371" cy="905070"/>
          </a:xfrm>
          <a:prstGeom prst="horizontalScroll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lang="en-IN" b="1" dirty="0"/>
              <a:t>  Secure storage of records</a:t>
            </a:r>
            <a:endParaRPr lang="en-IN" b="1" dirty="0">
              <a:solidFill>
                <a:srgbClr val="13223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Scroll: Horizontal 19">
            <a:extLst>
              <a:ext uri="{FF2B5EF4-FFF2-40B4-BE49-F238E27FC236}">
                <a16:creationId xmlns:a16="http://schemas.microsoft.com/office/drawing/2014/main" id="{0943DCA5-C5E1-A00C-3F4A-B168A1B7A75F}"/>
              </a:ext>
            </a:extLst>
          </p:cNvPr>
          <p:cNvSpPr/>
          <p:nvPr/>
        </p:nvSpPr>
        <p:spPr>
          <a:xfrm>
            <a:off x="2094720" y="5925343"/>
            <a:ext cx="6822234" cy="847930"/>
          </a:xfrm>
          <a:prstGeom prst="horizontalScroll">
            <a:avLst/>
          </a:prstGeom>
          <a:solidFill>
            <a:srgbClr val="00B0F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800" b="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lang="en-IN" b="1" dirty="0"/>
              <a:t>Quick report generation</a:t>
            </a:r>
            <a:endParaRPr lang="en-IN" b="1" dirty="0">
              <a:solidFill>
                <a:srgbClr val="132238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304534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roll: Horizontal 1">
            <a:extLst>
              <a:ext uri="{FF2B5EF4-FFF2-40B4-BE49-F238E27FC236}">
                <a16:creationId xmlns:a16="http://schemas.microsoft.com/office/drawing/2014/main" id="{C3771CD7-D50C-8318-7902-6F38E3E4E5AB}"/>
              </a:ext>
            </a:extLst>
          </p:cNvPr>
          <p:cNvSpPr/>
          <p:nvPr/>
        </p:nvSpPr>
        <p:spPr>
          <a:xfrm>
            <a:off x="1741714" y="513188"/>
            <a:ext cx="6830008" cy="1427583"/>
          </a:xfrm>
          <a:prstGeom prst="horizontalScroll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200" b="1" dirty="0">
                <a:solidFill>
                  <a:srgbClr val="132238"/>
                </a:solidFill>
                <a:latin typeface="Aptos"/>
                <a:ea typeface="Aptos"/>
                <a:cs typeface="Aptos"/>
              </a:rPr>
              <a:t>Disadvantages</a:t>
            </a:r>
            <a:endParaRPr lang="en-IN" sz="7200" dirty="0"/>
          </a:p>
        </p:txBody>
      </p:sp>
      <p:sp>
        <p:nvSpPr>
          <p:cNvPr id="12" name="Scroll: Vertical 11">
            <a:extLst>
              <a:ext uri="{FF2B5EF4-FFF2-40B4-BE49-F238E27FC236}">
                <a16:creationId xmlns:a16="http://schemas.microsoft.com/office/drawing/2014/main" id="{2404FFC5-C2B4-7929-D226-006417D38C87}"/>
              </a:ext>
            </a:extLst>
          </p:cNvPr>
          <p:cNvSpPr/>
          <p:nvPr/>
        </p:nvSpPr>
        <p:spPr>
          <a:xfrm>
            <a:off x="1884783" y="3732245"/>
            <a:ext cx="4618653" cy="3060441"/>
          </a:xfrm>
          <a:prstGeom prst="verticalScroll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0" dirty="0"/>
          </a:p>
          <a:p>
            <a:pPr algn="ctr"/>
            <a:endParaRPr lang="en-IN" sz="2800" dirty="0"/>
          </a:p>
          <a:p>
            <a:pPr algn="ctr"/>
            <a:endParaRPr lang="en-IN" sz="2800" dirty="0"/>
          </a:p>
          <a:p>
            <a:pPr algn="ctr"/>
            <a:r>
              <a:rPr lang="en-IN" sz="2800" dirty="0"/>
              <a:t> features</a:t>
            </a:r>
          </a:p>
          <a:p>
            <a:pPr algn="ctr"/>
            <a:r>
              <a:rPr lang="en-US" sz="2800" dirty="0"/>
              <a:t>Cannot support multiple users at same time</a:t>
            </a:r>
            <a:endParaRPr lang="en-IN" sz="2800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sp>
        <p:nvSpPr>
          <p:cNvPr id="15" name="Wave 14">
            <a:extLst>
              <a:ext uri="{FF2B5EF4-FFF2-40B4-BE49-F238E27FC236}">
                <a16:creationId xmlns:a16="http://schemas.microsoft.com/office/drawing/2014/main" id="{58D19C0F-9E23-05AA-2F97-19C9A05C1C57}"/>
              </a:ext>
            </a:extLst>
          </p:cNvPr>
          <p:cNvSpPr/>
          <p:nvPr/>
        </p:nvSpPr>
        <p:spPr>
          <a:xfrm>
            <a:off x="1884783" y="1861457"/>
            <a:ext cx="4198775" cy="1567543"/>
          </a:xfrm>
          <a:prstGeom prst="wav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dirty="0"/>
              <a:t>Basic security</a:t>
            </a:r>
          </a:p>
        </p:txBody>
      </p:sp>
      <p:sp>
        <p:nvSpPr>
          <p:cNvPr id="16" name="Scroll: Horizontal 15">
            <a:extLst>
              <a:ext uri="{FF2B5EF4-FFF2-40B4-BE49-F238E27FC236}">
                <a16:creationId xmlns:a16="http://schemas.microsoft.com/office/drawing/2014/main" id="{C00FBA0C-3193-DED3-8F70-9668E263D451}"/>
              </a:ext>
            </a:extLst>
          </p:cNvPr>
          <p:cNvSpPr/>
          <p:nvPr/>
        </p:nvSpPr>
        <p:spPr>
          <a:xfrm>
            <a:off x="6913984" y="1940771"/>
            <a:ext cx="4114800" cy="2267338"/>
          </a:xfrm>
          <a:prstGeom prst="horizontalScroll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/>
              <a:t>No cloud storage</a:t>
            </a:r>
          </a:p>
        </p:txBody>
      </p:sp>
    </p:spTree>
    <p:extLst>
      <p:ext uri="{BB962C8B-B14F-4D97-AF65-F5344CB8AC3E}">
        <p14:creationId xmlns:p14="http://schemas.microsoft.com/office/powerpoint/2010/main" val="112606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57AF81-B991-E68C-DE83-3C9891A23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Folded Corner 1">
            <a:extLst>
              <a:ext uri="{FF2B5EF4-FFF2-40B4-BE49-F238E27FC236}">
                <a16:creationId xmlns:a16="http://schemas.microsoft.com/office/drawing/2014/main" id="{CE639ACB-B5F1-DA0A-8435-1FE537B2D8D8}"/>
              </a:ext>
            </a:extLst>
          </p:cNvPr>
          <p:cNvSpPr/>
          <p:nvPr/>
        </p:nvSpPr>
        <p:spPr>
          <a:xfrm>
            <a:off x="2052735" y="1306286"/>
            <a:ext cx="7091266" cy="5551714"/>
          </a:xfrm>
          <a:prstGeom prst="foldedCorner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 b="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endParaRPr lang="en-US" sz="2800" dirty="0">
              <a:solidFill>
                <a:schemeClr val="bg1">
                  <a:lumMod val="95000"/>
                </a:schemeClr>
              </a:solidFill>
              <a:latin typeface="Bahnschrift SemiBold" panose="020B0502040204020203" pitchFamily="34" charset="0"/>
              <a:ea typeface="Aptos"/>
              <a:cs typeface="Aptos"/>
            </a:endParaRPr>
          </a:p>
          <a:p>
            <a:pPr>
              <a:defRPr sz="1500" b="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endParaRPr lang="en-US" sz="2800" dirty="0">
              <a:solidFill>
                <a:schemeClr val="bg1">
                  <a:lumMod val="95000"/>
                </a:schemeClr>
              </a:solidFill>
              <a:latin typeface="Bahnschrift SemiBold" panose="020B0502040204020203" pitchFamily="34" charset="0"/>
              <a:ea typeface="Aptos"/>
              <a:cs typeface="Aptos"/>
            </a:endParaRPr>
          </a:p>
          <a:p>
            <a:pPr>
              <a:defRPr sz="1500" b="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endParaRPr lang="en-US" sz="2800" dirty="0">
              <a:solidFill>
                <a:schemeClr val="bg1">
                  <a:lumMod val="95000"/>
                </a:schemeClr>
              </a:solidFill>
              <a:latin typeface="Bahnschrift SemiBold" panose="020B0502040204020203" pitchFamily="34" charset="0"/>
              <a:ea typeface="Aptos"/>
              <a:cs typeface="Aptos"/>
            </a:endParaRPr>
          </a:p>
          <a:p>
            <a:pPr>
              <a:defRPr sz="1500" b="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endParaRPr lang="en-US" sz="2800" dirty="0">
              <a:solidFill>
                <a:schemeClr val="bg1">
                  <a:lumMod val="95000"/>
                </a:schemeClr>
              </a:solidFill>
              <a:latin typeface="Bahnschrift SemiBold" panose="020B0502040204020203" pitchFamily="34" charset="0"/>
              <a:ea typeface="Aptos"/>
              <a:cs typeface="Aptos"/>
            </a:endParaRPr>
          </a:p>
          <a:p>
            <a:pPr>
              <a:defRPr sz="1500" b="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endParaRPr lang="en-US" sz="2800" dirty="0">
              <a:solidFill>
                <a:schemeClr val="bg1">
                  <a:lumMod val="95000"/>
                </a:schemeClr>
              </a:solidFill>
              <a:latin typeface="Bahnschrift SemiBold" panose="020B0502040204020203" pitchFamily="34" charset="0"/>
              <a:ea typeface="Aptos"/>
              <a:cs typeface="Aptos"/>
            </a:endParaRPr>
          </a:p>
          <a:p>
            <a:pPr>
              <a:defRPr sz="1500" b="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Bahnschrift SemiBold" panose="020B0502040204020203" pitchFamily="34" charset="0"/>
                <a:ea typeface="Aptos"/>
                <a:cs typeface="Aptos"/>
              </a:rPr>
              <a:t>         Convert to web – based application.</a:t>
            </a:r>
          </a:p>
          <a:p>
            <a:pPr>
              <a:defRPr sz="1500" b="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endParaRPr lang="en-US" sz="2800" dirty="0">
              <a:solidFill>
                <a:schemeClr val="bg1">
                  <a:lumMod val="95000"/>
                </a:schemeClr>
              </a:solidFill>
              <a:latin typeface="Bahnschrift SemiBold" panose="020B0502040204020203" pitchFamily="34" charset="0"/>
              <a:ea typeface="Aptos"/>
              <a:cs typeface="Aptos"/>
            </a:endParaRPr>
          </a:p>
          <a:p>
            <a:pPr algn="ctr">
              <a:defRPr sz="1500" b="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Aptos"/>
                <a:ea typeface="Aptos"/>
                <a:cs typeface="Aptos"/>
              </a:rPr>
              <a:t> </a:t>
            </a:r>
          </a:p>
          <a:p>
            <a:pPr algn="ctr">
              <a:defRPr sz="1500" b="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Aptos"/>
                <a:ea typeface="Aptos"/>
                <a:cs typeface="Aptos"/>
              </a:rPr>
              <a:t> Add stronger password rules and                encryption.</a:t>
            </a:r>
          </a:p>
          <a:p>
            <a:pPr>
              <a:defRPr sz="1500" b="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endParaRPr lang="en-US" sz="2800" dirty="0">
              <a:solidFill>
                <a:schemeClr val="bg1">
                  <a:lumMod val="95000"/>
                </a:schemeClr>
              </a:solidFill>
              <a:latin typeface="Aptos"/>
              <a:ea typeface="Aptos"/>
              <a:cs typeface="Aptos"/>
            </a:endParaRPr>
          </a:p>
          <a:p>
            <a:pPr>
              <a:defRPr sz="1500" b="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lang="en-IN" sz="2800" dirty="0">
                <a:solidFill>
                  <a:schemeClr val="bg1">
                    <a:lumMod val="95000"/>
                  </a:schemeClr>
                </a:solidFill>
                <a:latin typeface="Aptos"/>
                <a:ea typeface="Aptos"/>
                <a:cs typeface="Aptos"/>
              </a:rPr>
              <a:t>          Add performance graphs.</a:t>
            </a:r>
          </a:p>
          <a:p>
            <a:pPr algn="ctr">
              <a:defRPr sz="1500" b="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endParaRPr lang="en-IN" sz="2800" dirty="0">
              <a:solidFill>
                <a:schemeClr val="bg1">
                  <a:lumMod val="95000"/>
                </a:schemeClr>
              </a:solidFill>
              <a:latin typeface="Aptos"/>
              <a:ea typeface="Aptos"/>
              <a:cs typeface="Aptos"/>
            </a:endParaRPr>
          </a:p>
          <a:p>
            <a:pPr algn="ctr">
              <a:defRPr sz="1500" b="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Aptos"/>
                <a:ea typeface="Aptos"/>
                <a:cs typeface="Aptos"/>
              </a:rPr>
              <a:t>    Add database backup and restore option</a:t>
            </a:r>
          </a:p>
          <a:p>
            <a:pPr>
              <a:defRPr sz="1500" b="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endParaRPr lang="en-IN" sz="2800" dirty="0">
              <a:solidFill>
                <a:schemeClr val="bg1">
                  <a:lumMod val="95000"/>
                </a:schemeClr>
              </a:solidFill>
              <a:latin typeface="Aptos"/>
              <a:ea typeface="Aptos"/>
              <a:cs typeface="Aptos"/>
            </a:endParaRPr>
          </a:p>
          <a:p>
            <a:pPr>
              <a:defRPr sz="1500" b="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endParaRPr lang="en-US" sz="2800" dirty="0">
              <a:solidFill>
                <a:schemeClr val="bg1">
                  <a:lumMod val="95000"/>
                </a:schemeClr>
              </a:solidFill>
              <a:latin typeface="Aptos"/>
              <a:ea typeface="Aptos"/>
              <a:cs typeface="Aptos"/>
            </a:endParaRPr>
          </a:p>
          <a:p>
            <a:pPr>
              <a:defRPr sz="1500" b="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endParaRPr lang="en-US" sz="2800" dirty="0">
              <a:solidFill>
                <a:schemeClr val="bg1">
                  <a:lumMod val="95000"/>
                </a:schemeClr>
              </a:solidFill>
              <a:latin typeface="Bahnschrift SemiBold" panose="020B0502040204020203" pitchFamily="34" charset="0"/>
              <a:ea typeface="Aptos"/>
              <a:cs typeface="Aptos"/>
            </a:endParaRPr>
          </a:p>
        </p:txBody>
      </p:sp>
      <p:sp>
        <p:nvSpPr>
          <p:cNvPr id="12" name="Scroll: Horizontal 11">
            <a:extLst>
              <a:ext uri="{FF2B5EF4-FFF2-40B4-BE49-F238E27FC236}">
                <a16:creationId xmlns:a16="http://schemas.microsoft.com/office/drawing/2014/main" id="{6852BD40-258E-C526-63F3-0C1C24B88FD9}"/>
              </a:ext>
            </a:extLst>
          </p:cNvPr>
          <p:cNvSpPr/>
          <p:nvPr/>
        </p:nvSpPr>
        <p:spPr>
          <a:xfrm>
            <a:off x="3228392" y="-1"/>
            <a:ext cx="5197151" cy="1203649"/>
          </a:xfrm>
          <a:prstGeom prst="horizontalScroll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IN" sz="48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Future Feature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F808103-ABE0-2DAF-0E70-400A094BE9C4}"/>
              </a:ext>
            </a:extLst>
          </p:cNvPr>
          <p:cNvSpPr/>
          <p:nvPr/>
        </p:nvSpPr>
        <p:spPr>
          <a:xfrm>
            <a:off x="2113383" y="3275045"/>
            <a:ext cx="466530" cy="4572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IN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09682CC-2D20-FB6C-4E4B-C9CCB6E05E82}"/>
              </a:ext>
            </a:extLst>
          </p:cNvPr>
          <p:cNvSpPr/>
          <p:nvPr/>
        </p:nvSpPr>
        <p:spPr>
          <a:xfrm>
            <a:off x="2113383" y="4744616"/>
            <a:ext cx="466530" cy="42920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en-IN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3859E63-F30B-EEAD-D80D-901B6B68EF72}"/>
              </a:ext>
            </a:extLst>
          </p:cNvPr>
          <p:cNvSpPr/>
          <p:nvPr/>
        </p:nvSpPr>
        <p:spPr>
          <a:xfrm>
            <a:off x="2113383" y="5551714"/>
            <a:ext cx="466530" cy="4572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en-IN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D8EDF8D-82B9-166F-AC27-CC4B7BB1AAA3}"/>
              </a:ext>
            </a:extLst>
          </p:cNvPr>
          <p:cNvSpPr/>
          <p:nvPr/>
        </p:nvSpPr>
        <p:spPr>
          <a:xfrm>
            <a:off x="2113383" y="2355980"/>
            <a:ext cx="466530" cy="42920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3260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42652-2A56-D287-1EAF-9D18B0ACE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2B7FA1E-A8A2-7964-FE9A-FF34AFA3EC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-151092"/>
            <a:ext cx="12191999" cy="700909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60F5958-53D9-2AF1-8329-65347ADF0E2A}"/>
              </a:ext>
            </a:extLst>
          </p:cNvPr>
          <p:cNvSpPr txBox="1"/>
          <p:nvPr/>
        </p:nvSpPr>
        <p:spPr>
          <a:xfrm>
            <a:off x="0" y="6954052"/>
            <a:ext cx="12191999" cy="2308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IN" sz="900">
                <a:hlinkClick r:id="rId3" tooltip="https://www.picpedia.org/chalkboard/t/thank-you.html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4" tooltip="https://creativecommons.org/licenses/by-sa/3.0/"/>
              </a:rPr>
              <a:t>CC BY-SA</a:t>
            </a:r>
            <a:endParaRPr lang="en-IN" sz="90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12883D1-6A34-3C0B-8C3D-B0FAD2FB55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782755" y="162996"/>
            <a:ext cx="10837332" cy="6687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22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resentation on brainstorming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none" rtlCol="0">
        <a:spAutoFit/>
      </a:bodyPr>
      <a:lstStyle>
        <a:defPPr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usiness brainstorming presentation.potx" id="{DE77CA07-3D7A-4CF2-AF02-587F794CB3CB}" vid="{13C2A94F-C0A1-4622-B71C-29A3B00D5E0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365</TotalTime>
  <Words>413</Words>
  <Application>Microsoft Office PowerPoint</Application>
  <PresentationFormat>Widescreen</PresentationFormat>
  <Paragraphs>123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Arial</vt:lpstr>
      <vt:lpstr>Bahnschrift SemiBold</vt:lpstr>
      <vt:lpstr>Calibri</vt:lpstr>
      <vt:lpstr>Century Gothic</vt:lpstr>
      <vt:lpstr>Palatino Linotype</vt:lpstr>
      <vt:lpstr>Wingdings 2</vt:lpstr>
      <vt:lpstr>Presentation on brainstorming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Features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KIRAN DEVI</dc:creator>
  <cp:lastModifiedBy>KIRAN DEVI</cp:lastModifiedBy>
  <cp:revision>9</cp:revision>
  <dcterms:created xsi:type="dcterms:W3CDTF">2026-05-04T13:27:15Z</dcterms:created>
  <dcterms:modified xsi:type="dcterms:W3CDTF">2026-05-06T11:40:20Z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74069100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